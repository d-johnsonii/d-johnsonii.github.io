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7" r:id="rId5"/>
  </p:sldMasterIdLst>
  <p:notesMasterIdLst>
    <p:notesMasterId r:id="rId6"/>
  </p:notesMasterIdLst>
  <p:sldIdLst>
    <p:sldId id="256" r:id="rId7"/>
  </p:sldIdLst>
  <p:sldSz cy="32918400" cx="43891200"/>
  <p:notesSz cx="6716700" cy="92392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272">
          <p15:clr>
            <a:srgbClr val="000000"/>
          </p15:clr>
        </p15:guide>
        <p15:guide id="2" pos="13872">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22BD89-62C7-4583-A07C-B56AD76D5700}">
  <a:tblStyle styleId="{1E22BD89-62C7-4583-A07C-B56AD76D570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D1A0219-F014-48EE-9A91-FBE196728FE6}"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272" orient="horz"/>
        <p:guide pos="1387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10000" y="0"/>
            <a:ext cx="28956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016000" y="685800"/>
            <a:ext cx="4673600" cy="3505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 name="Google Shape;6;n"/>
          <p:cNvSpPr txBox="1"/>
          <p:nvPr>
            <p:ph idx="1" type="body"/>
          </p:nvPr>
        </p:nvSpPr>
        <p:spPr>
          <a:xfrm>
            <a:off x="914400" y="4419600"/>
            <a:ext cx="4876800" cy="41148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763000"/>
            <a:ext cx="2895600" cy="4572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10000" y="8763000"/>
            <a:ext cx="28956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notes"/>
          <p:cNvSpPr/>
          <p:nvPr>
            <p:ph idx="2" type="sldImg"/>
          </p:nvPr>
        </p:nvSpPr>
        <p:spPr>
          <a:xfrm>
            <a:off x="1016000" y="685800"/>
            <a:ext cx="4673600" cy="350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1:notes"/>
          <p:cNvSpPr txBox="1"/>
          <p:nvPr>
            <p:ph idx="1" type="body"/>
          </p:nvPr>
        </p:nvSpPr>
        <p:spPr>
          <a:xfrm>
            <a:off x="914400" y="4419600"/>
            <a:ext cx="48768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 name="Google Shape;78;p1:notes"/>
          <p:cNvSpPr txBox="1"/>
          <p:nvPr/>
        </p:nvSpPr>
        <p:spPr>
          <a:xfrm>
            <a:off x="3810000" y="8763000"/>
            <a:ext cx="28956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2"/>
          <p:cNvSpPr txBox="1"/>
          <p:nvPr>
            <p:ph idx="10" type="dt"/>
          </p:nvPr>
        </p:nvSpPr>
        <p:spPr>
          <a:xfrm>
            <a:off x="3292475" y="29995812"/>
            <a:ext cx="9144000"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1" type="ftr"/>
          </p:nvPr>
        </p:nvSpPr>
        <p:spPr>
          <a:xfrm>
            <a:off x="14998700" y="29995812"/>
            <a:ext cx="13896975"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
          <p:cNvSpPr txBox="1"/>
          <p:nvPr>
            <p:ph idx="12" type="sldNum"/>
          </p:nvPr>
        </p:nvSpPr>
        <p:spPr>
          <a:xfrm>
            <a:off x="31457900" y="29995812"/>
            <a:ext cx="9144000" cy="2189162"/>
          </a:xfrm>
          <a:prstGeom prst="rect">
            <a:avLst/>
          </a:prstGeom>
          <a:noFill/>
          <a:ln>
            <a:noFill/>
          </a:ln>
        </p:spPr>
        <p:txBody>
          <a:bodyPr anchorCtr="0" anchor="t" bIns="175750" lIns="351500" spcFirstLastPara="1" rIns="351500" wrap="square" tIns="175750">
            <a:noAutofit/>
          </a:bodyPr>
          <a:lstStyle>
            <a:lvl1pPr indent="0" lvl="0"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3"/>
          <p:cNvSpPr txBox="1"/>
          <p:nvPr>
            <p:ph type="ctrTitle"/>
          </p:nvPr>
        </p:nvSpPr>
        <p:spPr>
          <a:xfrm>
            <a:off x="3292475" y="10226677"/>
            <a:ext cx="37306251" cy="7054849"/>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1pPr>
            <a:lvl2pPr lvl="1"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2pPr>
            <a:lvl3pPr lvl="2"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3pPr>
            <a:lvl4pPr lvl="3"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4pPr>
            <a:lvl5pPr lvl="4"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5pPr>
            <a:lvl6pPr lvl="5"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6pPr>
            <a:lvl7pPr lvl="6"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7pPr>
            <a:lvl8pPr lvl="7"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8pPr>
            <a:lvl9pPr lvl="8"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9pPr>
          </a:lstStyle>
          <a:p/>
        </p:txBody>
      </p:sp>
      <p:sp>
        <p:nvSpPr>
          <p:cNvPr id="24" name="Google Shape;24;p3"/>
          <p:cNvSpPr txBox="1"/>
          <p:nvPr>
            <p:ph idx="1" type="subTitle"/>
          </p:nvPr>
        </p:nvSpPr>
        <p:spPr>
          <a:xfrm>
            <a:off x="6583364" y="18653126"/>
            <a:ext cx="30724473" cy="841375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2460"/>
              </a:spcBef>
              <a:spcAft>
                <a:spcPts val="0"/>
              </a:spcAft>
              <a:buClr>
                <a:schemeClr val="dk1"/>
              </a:buClr>
              <a:buSzPts val="12300"/>
              <a:buFont typeface="Times New Roman"/>
              <a:buNone/>
              <a:defRPr b="0" i="0" sz="12300" u="none" cap="none" strike="noStrike">
                <a:solidFill>
                  <a:schemeClr val="dk1"/>
                </a:solidFill>
                <a:latin typeface="Times New Roman"/>
                <a:ea typeface="Times New Roman"/>
                <a:cs typeface="Times New Roman"/>
                <a:sym typeface="Times New Roman"/>
              </a:defRPr>
            </a:lvl1pPr>
            <a:lvl2pPr lvl="1" marR="0" algn="ctr">
              <a:lnSpc>
                <a:spcPct val="100000"/>
              </a:lnSpc>
              <a:spcBef>
                <a:spcPts val="2160"/>
              </a:spcBef>
              <a:spcAft>
                <a:spcPts val="0"/>
              </a:spcAft>
              <a:buClr>
                <a:schemeClr val="dk1"/>
              </a:buClr>
              <a:buSzPts val="10800"/>
              <a:buFont typeface="Times New Roman"/>
              <a:buNone/>
              <a:defRPr b="0" i="0" sz="10800" u="none" cap="none" strike="noStrike">
                <a:solidFill>
                  <a:schemeClr val="dk1"/>
                </a:solidFill>
                <a:latin typeface="Times New Roman"/>
                <a:ea typeface="Times New Roman"/>
                <a:cs typeface="Times New Roman"/>
                <a:sym typeface="Times New Roman"/>
              </a:defRPr>
            </a:lvl2pPr>
            <a:lvl3pPr lvl="2" marR="0" algn="ctr">
              <a:lnSpc>
                <a:spcPct val="100000"/>
              </a:lnSpc>
              <a:spcBef>
                <a:spcPts val="1840"/>
              </a:spcBef>
              <a:spcAft>
                <a:spcPts val="0"/>
              </a:spcAft>
              <a:buClr>
                <a:schemeClr val="dk1"/>
              </a:buClr>
              <a:buSzPts val="9200"/>
              <a:buFont typeface="Times New Roman"/>
              <a:buNone/>
              <a:defRPr b="0" i="0" sz="9200" u="none" cap="none" strike="noStrike">
                <a:solidFill>
                  <a:schemeClr val="dk1"/>
                </a:solidFill>
                <a:latin typeface="Times New Roman"/>
                <a:ea typeface="Times New Roman"/>
                <a:cs typeface="Times New Roman"/>
                <a:sym typeface="Times New Roman"/>
              </a:defRPr>
            </a:lvl3pPr>
            <a:lvl4pPr lvl="3" marR="0" algn="ctr">
              <a:lnSpc>
                <a:spcPct val="100000"/>
              </a:lnSpc>
              <a:spcBef>
                <a:spcPts val="1500"/>
              </a:spcBef>
              <a:spcAft>
                <a:spcPts val="0"/>
              </a:spcAft>
              <a:buClr>
                <a:schemeClr val="dk1"/>
              </a:buClr>
              <a:buSzPts val="7500"/>
              <a:buFont typeface="Times New Roman"/>
              <a:buNone/>
              <a:defRPr b="0" i="0" sz="7500" u="none" cap="none" strike="noStrike">
                <a:solidFill>
                  <a:schemeClr val="dk1"/>
                </a:solidFill>
                <a:latin typeface="Times New Roman"/>
                <a:ea typeface="Times New Roman"/>
                <a:cs typeface="Times New Roman"/>
                <a:sym typeface="Times New Roman"/>
              </a:defRPr>
            </a:lvl4pPr>
            <a:lvl5pPr lvl="4" marR="0" algn="ctr">
              <a:lnSpc>
                <a:spcPct val="100000"/>
              </a:lnSpc>
              <a:spcBef>
                <a:spcPts val="1500"/>
              </a:spcBef>
              <a:spcAft>
                <a:spcPts val="0"/>
              </a:spcAft>
              <a:buClr>
                <a:schemeClr val="dk1"/>
              </a:buClr>
              <a:buSzPts val="7500"/>
              <a:buFont typeface="Times New Roman"/>
              <a:buNone/>
              <a:defRPr b="0" i="0" sz="7500" u="none" cap="none" strike="noStrike">
                <a:solidFill>
                  <a:schemeClr val="dk1"/>
                </a:solidFill>
                <a:latin typeface="Times New Roman"/>
                <a:ea typeface="Times New Roman"/>
                <a:cs typeface="Times New Roman"/>
                <a:sym typeface="Times New Roman"/>
              </a:defRPr>
            </a:lvl5pPr>
            <a:lvl6pPr lvl="5" marR="0" algn="ctr">
              <a:lnSpc>
                <a:spcPct val="100000"/>
              </a:lnSpc>
              <a:spcBef>
                <a:spcPts val="1500"/>
              </a:spcBef>
              <a:spcAft>
                <a:spcPts val="0"/>
              </a:spcAft>
              <a:buClr>
                <a:schemeClr val="dk1"/>
              </a:buClr>
              <a:buSzPts val="7500"/>
              <a:buFont typeface="Times New Roman"/>
              <a:buNone/>
              <a:defRPr b="0" i="0" sz="7500" u="none" cap="none" strike="noStrike">
                <a:solidFill>
                  <a:schemeClr val="dk1"/>
                </a:solidFill>
                <a:latin typeface="Times New Roman"/>
                <a:ea typeface="Times New Roman"/>
                <a:cs typeface="Times New Roman"/>
                <a:sym typeface="Times New Roman"/>
              </a:defRPr>
            </a:lvl6pPr>
            <a:lvl7pPr lvl="6" marR="0" algn="ctr">
              <a:lnSpc>
                <a:spcPct val="100000"/>
              </a:lnSpc>
              <a:spcBef>
                <a:spcPts val="1500"/>
              </a:spcBef>
              <a:spcAft>
                <a:spcPts val="0"/>
              </a:spcAft>
              <a:buClr>
                <a:schemeClr val="dk1"/>
              </a:buClr>
              <a:buSzPts val="7500"/>
              <a:buFont typeface="Times New Roman"/>
              <a:buNone/>
              <a:defRPr b="0" i="0" sz="7500" u="none" cap="none" strike="noStrike">
                <a:solidFill>
                  <a:schemeClr val="dk1"/>
                </a:solidFill>
                <a:latin typeface="Times New Roman"/>
                <a:ea typeface="Times New Roman"/>
                <a:cs typeface="Times New Roman"/>
                <a:sym typeface="Times New Roman"/>
              </a:defRPr>
            </a:lvl7pPr>
            <a:lvl8pPr lvl="7" marR="0" algn="ctr">
              <a:lnSpc>
                <a:spcPct val="100000"/>
              </a:lnSpc>
              <a:spcBef>
                <a:spcPts val="1500"/>
              </a:spcBef>
              <a:spcAft>
                <a:spcPts val="0"/>
              </a:spcAft>
              <a:buClr>
                <a:schemeClr val="dk1"/>
              </a:buClr>
              <a:buSzPts val="7500"/>
              <a:buFont typeface="Times New Roman"/>
              <a:buNone/>
              <a:defRPr b="0" i="0" sz="7500" u="none" cap="none" strike="noStrike">
                <a:solidFill>
                  <a:schemeClr val="dk1"/>
                </a:solidFill>
                <a:latin typeface="Times New Roman"/>
                <a:ea typeface="Times New Roman"/>
                <a:cs typeface="Times New Roman"/>
                <a:sym typeface="Times New Roman"/>
              </a:defRPr>
            </a:lvl8pPr>
            <a:lvl9pPr lvl="8" marR="0" algn="ctr">
              <a:lnSpc>
                <a:spcPct val="100000"/>
              </a:lnSpc>
              <a:spcBef>
                <a:spcPts val="1500"/>
              </a:spcBef>
              <a:spcAft>
                <a:spcPts val="0"/>
              </a:spcAft>
              <a:buClr>
                <a:schemeClr val="dk1"/>
              </a:buClr>
              <a:buSzPts val="7500"/>
              <a:buFont typeface="Times New Roman"/>
              <a:buNone/>
              <a:defRPr b="0" i="0" sz="7500" u="none" cap="none" strike="noStrike">
                <a:solidFill>
                  <a:schemeClr val="dk1"/>
                </a:solidFill>
                <a:latin typeface="Times New Roman"/>
                <a:ea typeface="Times New Roman"/>
                <a:cs typeface="Times New Roman"/>
                <a:sym typeface="Times New Roman"/>
              </a:defRPr>
            </a:lvl9pPr>
          </a:lstStyle>
          <a:p/>
        </p:txBody>
      </p:sp>
      <p:sp>
        <p:nvSpPr>
          <p:cNvPr id="25" name="Google Shape;25;p3"/>
          <p:cNvSpPr txBox="1"/>
          <p:nvPr>
            <p:ph idx="10" type="dt"/>
          </p:nvPr>
        </p:nvSpPr>
        <p:spPr>
          <a:xfrm>
            <a:off x="3292475" y="29995812"/>
            <a:ext cx="9144000"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1" type="ftr"/>
          </p:nvPr>
        </p:nvSpPr>
        <p:spPr>
          <a:xfrm>
            <a:off x="14998700" y="29995812"/>
            <a:ext cx="13896975"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2" type="sldNum"/>
          </p:nvPr>
        </p:nvSpPr>
        <p:spPr>
          <a:xfrm>
            <a:off x="31457900" y="29995812"/>
            <a:ext cx="9144000" cy="2189162"/>
          </a:xfrm>
          <a:prstGeom prst="rect">
            <a:avLst/>
          </a:prstGeom>
          <a:noFill/>
          <a:ln>
            <a:noFill/>
          </a:ln>
        </p:spPr>
        <p:txBody>
          <a:bodyPr anchorCtr="0" anchor="t" bIns="175750" lIns="351500" spcFirstLastPara="1" rIns="351500" wrap="square" tIns="175750">
            <a:noAutofit/>
          </a:bodyPr>
          <a:lstStyle>
            <a:lvl1pPr indent="0" lvl="0"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4"/>
          <p:cNvSpPr txBox="1"/>
          <p:nvPr>
            <p:ph type="title"/>
          </p:nvPr>
        </p:nvSpPr>
        <p:spPr>
          <a:xfrm>
            <a:off x="3467101" y="21153439"/>
            <a:ext cx="37307839" cy="6537325"/>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2"/>
              </a:buClr>
              <a:buSzPts val="4500"/>
              <a:buFont typeface="Times New Roman"/>
              <a:buNone/>
              <a:defRPr b="1" i="0" sz="4500" u="none" cap="none" strike="noStrike">
                <a:solidFill>
                  <a:schemeClr val="dk2"/>
                </a:solidFill>
                <a:latin typeface="Times New Roman"/>
                <a:ea typeface="Times New Roman"/>
                <a:cs typeface="Times New Roman"/>
                <a:sym typeface="Times New Roman"/>
              </a:defRPr>
            </a:lvl1pPr>
            <a:lvl2pPr lvl="1"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2pPr>
            <a:lvl3pPr lvl="2"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3pPr>
            <a:lvl4pPr lvl="3"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4pPr>
            <a:lvl5pPr lvl="4"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5pPr>
            <a:lvl6pPr lvl="5"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6pPr>
            <a:lvl7pPr lvl="6"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7pPr>
            <a:lvl8pPr lvl="7"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8pPr>
            <a:lvl9pPr lvl="8"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9pPr>
          </a:lstStyle>
          <a:p/>
        </p:txBody>
      </p:sp>
      <p:sp>
        <p:nvSpPr>
          <p:cNvPr id="30" name="Google Shape;30;p4"/>
          <p:cNvSpPr txBox="1"/>
          <p:nvPr>
            <p:ph idx="1" type="body"/>
          </p:nvPr>
        </p:nvSpPr>
        <p:spPr>
          <a:xfrm>
            <a:off x="3467101" y="13952537"/>
            <a:ext cx="37307839" cy="7200900"/>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460"/>
              </a:spcBef>
              <a:spcAft>
                <a:spcPts val="0"/>
              </a:spcAft>
              <a:buClr>
                <a:schemeClr val="dk1"/>
              </a:buClr>
              <a:buSzPts val="2300"/>
              <a:buFont typeface="Times New Roman"/>
              <a:buNone/>
              <a:defRPr b="0" i="0" sz="2300" u="none" cap="none" strike="noStrike">
                <a:solidFill>
                  <a:schemeClr val="dk1"/>
                </a:solidFill>
                <a:latin typeface="Times New Roman"/>
                <a:ea typeface="Times New Roman"/>
                <a:cs typeface="Times New Roman"/>
                <a:sym typeface="Times New Roman"/>
              </a:defRPr>
            </a:lvl1pPr>
            <a:lvl2pPr indent="-228600" lvl="1" marL="914400" marR="0" algn="l">
              <a:lnSpc>
                <a:spcPct val="100000"/>
              </a:lnSpc>
              <a:spcBef>
                <a:spcPts val="400"/>
              </a:spcBef>
              <a:spcAft>
                <a:spcPts val="0"/>
              </a:spcAft>
              <a:buClr>
                <a:schemeClr val="dk1"/>
              </a:buClr>
              <a:buSzPts val="2000"/>
              <a:buFont typeface="Times New Roman"/>
              <a:buNone/>
              <a:defRPr b="0" i="0" sz="2000" u="none" cap="none" strike="noStrike">
                <a:solidFill>
                  <a:schemeClr val="dk1"/>
                </a:solidFill>
                <a:latin typeface="Times New Roman"/>
                <a:ea typeface="Times New Roman"/>
                <a:cs typeface="Times New Roman"/>
                <a:sym typeface="Times New Roman"/>
              </a:defRPr>
            </a:lvl2pPr>
            <a:lvl3pPr indent="-228600" lvl="2" marL="1371600" marR="0" algn="l">
              <a:lnSpc>
                <a:spcPct val="100000"/>
              </a:lnSpc>
              <a:spcBef>
                <a:spcPts val="380"/>
              </a:spcBef>
              <a:spcAft>
                <a:spcPts val="0"/>
              </a:spcAft>
              <a:buClr>
                <a:schemeClr val="dk1"/>
              </a:buClr>
              <a:buSzPts val="1900"/>
              <a:buFont typeface="Times New Roman"/>
              <a:buNone/>
              <a:defRPr b="0" i="0" sz="1900" u="none" cap="none" strike="noStrike">
                <a:solidFill>
                  <a:schemeClr val="dk1"/>
                </a:solidFill>
                <a:latin typeface="Times New Roman"/>
                <a:ea typeface="Times New Roman"/>
                <a:cs typeface="Times New Roman"/>
                <a:sym typeface="Times New Roman"/>
              </a:defRPr>
            </a:lvl3pPr>
            <a:lvl4pPr indent="-228600" lvl="3" marL="1828800" marR="0" algn="l">
              <a:lnSpc>
                <a:spcPct val="100000"/>
              </a:lnSpc>
              <a:spcBef>
                <a:spcPts val="32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4pPr>
            <a:lvl5pPr indent="-228600" lvl="4" marL="2286000" marR="0" algn="l">
              <a:lnSpc>
                <a:spcPct val="100000"/>
              </a:lnSpc>
              <a:spcBef>
                <a:spcPts val="32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5pPr>
            <a:lvl6pPr indent="-228600" lvl="5" marL="2743200" marR="0" algn="l">
              <a:lnSpc>
                <a:spcPct val="100000"/>
              </a:lnSpc>
              <a:spcBef>
                <a:spcPts val="32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6pPr>
            <a:lvl7pPr indent="-228600" lvl="6" marL="3200400" marR="0" algn="l">
              <a:lnSpc>
                <a:spcPct val="100000"/>
              </a:lnSpc>
              <a:spcBef>
                <a:spcPts val="32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7pPr>
            <a:lvl8pPr indent="-228600" lvl="7" marL="3657600" marR="0" algn="l">
              <a:lnSpc>
                <a:spcPct val="100000"/>
              </a:lnSpc>
              <a:spcBef>
                <a:spcPts val="32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8pPr>
            <a:lvl9pPr indent="-228600" lvl="8" marL="4114800" marR="0" algn="l">
              <a:lnSpc>
                <a:spcPct val="100000"/>
              </a:lnSpc>
              <a:spcBef>
                <a:spcPts val="32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9pPr>
          </a:lstStyle>
          <a:p/>
        </p:txBody>
      </p:sp>
      <p:sp>
        <p:nvSpPr>
          <p:cNvPr id="31" name="Google Shape;31;p4"/>
          <p:cNvSpPr txBox="1"/>
          <p:nvPr>
            <p:ph idx="10" type="dt"/>
          </p:nvPr>
        </p:nvSpPr>
        <p:spPr>
          <a:xfrm>
            <a:off x="3292475" y="29995812"/>
            <a:ext cx="9144000"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1" type="ftr"/>
          </p:nvPr>
        </p:nvSpPr>
        <p:spPr>
          <a:xfrm>
            <a:off x="14998700" y="29995812"/>
            <a:ext cx="13896975"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2" type="sldNum"/>
          </p:nvPr>
        </p:nvSpPr>
        <p:spPr>
          <a:xfrm>
            <a:off x="31457900" y="29995812"/>
            <a:ext cx="9144000" cy="2189162"/>
          </a:xfrm>
          <a:prstGeom prst="rect">
            <a:avLst/>
          </a:prstGeom>
          <a:noFill/>
          <a:ln>
            <a:noFill/>
          </a:ln>
        </p:spPr>
        <p:txBody>
          <a:bodyPr anchorCtr="0" anchor="t" bIns="175750" lIns="351500" spcFirstLastPara="1" rIns="351500" wrap="square" tIns="175750">
            <a:noAutofit/>
          </a:bodyPr>
          <a:lstStyle>
            <a:lvl1pPr indent="0" lvl="0"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5"/>
          <p:cNvSpPr txBox="1"/>
          <p:nvPr>
            <p:ph type="title"/>
          </p:nvPr>
        </p:nvSpPr>
        <p:spPr>
          <a:xfrm>
            <a:off x="3292475" y="2924175"/>
            <a:ext cx="37309424" cy="5489574"/>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1pPr>
            <a:lvl2pPr lvl="1"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2pPr>
            <a:lvl3pPr lvl="2"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3pPr>
            <a:lvl4pPr lvl="3"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4pPr>
            <a:lvl5pPr lvl="4"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5pPr>
            <a:lvl6pPr lvl="5"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6pPr>
            <a:lvl7pPr lvl="6"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7pPr>
            <a:lvl8pPr lvl="7"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8pPr>
            <a:lvl9pPr lvl="8"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9pPr>
          </a:lstStyle>
          <a:p/>
        </p:txBody>
      </p:sp>
      <p:sp>
        <p:nvSpPr>
          <p:cNvPr id="36" name="Google Shape;36;p5"/>
          <p:cNvSpPr txBox="1"/>
          <p:nvPr>
            <p:ph idx="1" type="body"/>
          </p:nvPr>
        </p:nvSpPr>
        <p:spPr>
          <a:xfrm>
            <a:off x="3290889" y="9513889"/>
            <a:ext cx="18578511" cy="19746913"/>
          </a:xfrm>
          <a:prstGeom prst="rect">
            <a:avLst/>
          </a:prstGeom>
          <a:noFill/>
          <a:ln>
            <a:noFill/>
          </a:ln>
        </p:spPr>
        <p:txBody>
          <a:bodyPr anchorCtr="0" anchor="t" bIns="91425" lIns="91425" spcFirstLastPara="1" rIns="91425" wrap="square" tIns="91425">
            <a:noAutofit/>
          </a:bodyPr>
          <a:lstStyle>
            <a:lvl1pPr indent="-431800" lvl="0" marL="457200" marR="0" algn="l">
              <a:lnSpc>
                <a:spcPct val="100000"/>
              </a:lnSpc>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algn="l">
              <a:lnSpc>
                <a:spcPct val="100000"/>
              </a:lnSpc>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74650" lvl="2" marL="1371600" marR="0" algn="l">
              <a:lnSpc>
                <a:spcPct val="100000"/>
              </a:lnSpc>
              <a:spcBef>
                <a:spcPts val="460"/>
              </a:spcBef>
              <a:spcAft>
                <a:spcPts val="0"/>
              </a:spcAft>
              <a:buClr>
                <a:schemeClr val="dk1"/>
              </a:buClr>
              <a:buSzPts val="2300"/>
              <a:buFont typeface="Times New Roman"/>
              <a:buChar char="•"/>
              <a:defRPr b="0" i="0" sz="2300" u="none" cap="none" strike="noStrike">
                <a:solidFill>
                  <a:schemeClr val="dk1"/>
                </a:solidFill>
                <a:latin typeface="Times New Roman"/>
                <a:ea typeface="Times New Roman"/>
                <a:cs typeface="Times New Roman"/>
                <a:sym typeface="Times New Roman"/>
              </a:defRPr>
            </a:lvl3pPr>
            <a:lvl4pPr indent="-355600" lvl="3" marL="18288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37" name="Google Shape;37;p5"/>
          <p:cNvSpPr txBox="1"/>
          <p:nvPr>
            <p:ph idx="2" type="body"/>
          </p:nvPr>
        </p:nvSpPr>
        <p:spPr>
          <a:xfrm>
            <a:off x="22021804" y="9513889"/>
            <a:ext cx="18578513" cy="19746913"/>
          </a:xfrm>
          <a:prstGeom prst="rect">
            <a:avLst/>
          </a:prstGeom>
          <a:noFill/>
          <a:ln>
            <a:noFill/>
          </a:ln>
        </p:spPr>
        <p:txBody>
          <a:bodyPr anchorCtr="0" anchor="t" bIns="91425" lIns="91425" spcFirstLastPara="1" rIns="91425" wrap="square" tIns="91425">
            <a:noAutofit/>
          </a:bodyPr>
          <a:lstStyle>
            <a:lvl1pPr indent="-431800" lvl="0" marL="457200" marR="0" algn="l">
              <a:lnSpc>
                <a:spcPct val="100000"/>
              </a:lnSpc>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algn="l">
              <a:lnSpc>
                <a:spcPct val="100000"/>
              </a:lnSpc>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74650" lvl="2" marL="1371600" marR="0" algn="l">
              <a:lnSpc>
                <a:spcPct val="100000"/>
              </a:lnSpc>
              <a:spcBef>
                <a:spcPts val="460"/>
              </a:spcBef>
              <a:spcAft>
                <a:spcPts val="0"/>
              </a:spcAft>
              <a:buClr>
                <a:schemeClr val="dk1"/>
              </a:buClr>
              <a:buSzPts val="2300"/>
              <a:buFont typeface="Times New Roman"/>
              <a:buChar char="•"/>
              <a:defRPr b="0" i="0" sz="2300" u="none" cap="none" strike="noStrike">
                <a:solidFill>
                  <a:schemeClr val="dk1"/>
                </a:solidFill>
                <a:latin typeface="Times New Roman"/>
                <a:ea typeface="Times New Roman"/>
                <a:cs typeface="Times New Roman"/>
                <a:sym typeface="Times New Roman"/>
              </a:defRPr>
            </a:lvl3pPr>
            <a:lvl4pPr indent="-355600" lvl="3" marL="18288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38" name="Google Shape;38;p5"/>
          <p:cNvSpPr txBox="1"/>
          <p:nvPr>
            <p:ph idx="10" type="dt"/>
          </p:nvPr>
        </p:nvSpPr>
        <p:spPr>
          <a:xfrm>
            <a:off x="3292475" y="29995812"/>
            <a:ext cx="9144000"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1" type="ftr"/>
          </p:nvPr>
        </p:nvSpPr>
        <p:spPr>
          <a:xfrm>
            <a:off x="14998700" y="29995812"/>
            <a:ext cx="13896975"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2" type="sldNum"/>
          </p:nvPr>
        </p:nvSpPr>
        <p:spPr>
          <a:xfrm>
            <a:off x="31457900" y="29995812"/>
            <a:ext cx="9144000" cy="2189162"/>
          </a:xfrm>
          <a:prstGeom prst="rect">
            <a:avLst/>
          </a:prstGeom>
          <a:noFill/>
          <a:ln>
            <a:noFill/>
          </a:ln>
        </p:spPr>
        <p:txBody>
          <a:bodyPr anchorCtr="0" anchor="t" bIns="175750" lIns="351500" spcFirstLastPara="1" rIns="351500" wrap="square" tIns="175750">
            <a:noAutofit/>
          </a:bodyPr>
          <a:lstStyle>
            <a:lvl1pPr indent="0" lvl="0"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6"/>
          <p:cNvSpPr txBox="1"/>
          <p:nvPr>
            <p:ph type="title"/>
          </p:nvPr>
        </p:nvSpPr>
        <p:spPr>
          <a:xfrm>
            <a:off x="2193925" y="1317625"/>
            <a:ext cx="39503351" cy="5486399"/>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1pPr>
            <a:lvl2pPr lvl="1"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2pPr>
            <a:lvl3pPr lvl="2"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3pPr>
            <a:lvl4pPr lvl="3"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4pPr>
            <a:lvl5pPr lvl="4"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5pPr>
            <a:lvl6pPr lvl="5"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6pPr>
            <a:lvl7pPr lvl="6"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7pPr>
            <a:lvl8pPr lvl="7"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8pPr>
            <a:lvl9pPr lvl="8"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9pPr>
          </a:lstStyle>
          <a:p/>
        </p:txBody>
      </p:sp>
      <p:sp>
        <p:nvSpPr>
          <p:cNvPr id="43" name="Google Shape;43;p6"/>
          <p:cNvSpPr txBox="1"/>
          <p:nvPr>
            <p:ph idx="1" type="body"/>
          </p:nvPr>
        </p:nvSpPr>
        <p:spPr>
          <a:xfrm>
            <a:off x="2193925" y="7369177"/>
            <a:ext cx="19392900" cy="3070225"/>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560"/>
              </a:spcBef>
              <a:spcAft>
                <a:spcPts val="0"/>
              </a:spcAft>
              <a:buClr>
                <a:schemeClr val="dk1"/>
              </a:buClr>
              <a:buSzPts val="2800"/>
              <a:buFont typeface="Times New Roman"/>
              <a:buNone/>
              <a:defRPr b="1" i="0" sz="2800" u="none" cap="none" strike="noStrike">
                <a:solidFill>
                  <a:schemeClr val="dk1"/>
                </a:solidFill>
                <a:latin typeface="Times New Roman"/>
                <a:ea typeface="Times New Roman"/>
                <a:cs typeface="Times New Roman"/>
                <a:sym typeface="Times New Roman"/>
              </a:defRPr>
            </a:lvl1pPr>
            <a:lvl2pPr indent="-228600" lvl="1" marL="914400" marR="0" algn="l">
              <a:lnSpc>
                <a:spcPct val="100000"/>
              </a:lnSpc>
              <a:spcBef>
                <a:spcPts val="460"/>
              </a:spcBef>
              <a:spcAft>
                <a:spcPts val="0"/>
              </a:spcAft>
              <a:buClr>
                <a:schemeClr val="dk1"/>
              </a:buClr>
              <a:buSzPts val="2300"/>
              <a:buFont typeface="Times New Roman"/>
              <a:buNone/>
              <a:defRPr b="1" i="0" sz="2300" u="none" cap="none" strike="noStrike">
                <a:solidFill>
                  <a:schemeClr val="dk1"/>
                </a:solidFill>
                <a:latin typeface="Times New Roman"/>
                <a:ea typeface="Times New Roman"/>
                <a:cs typeface="Times New Roman"/>
                <a:sym typeface="Times New Roman"/>
              </a:defRPr>
            </a:lvl2pPr>
            <a:lvl3pPr indent="-228600" lvl="2" marL="1371600" marR="0" algn="l">
              <a:lnSpc>
                <a:spcPct val="100000"/>
              </a:lnSpc>
              <a:spcBef>
                <a:spcPts val="400"/>
              </a:spcBef>
              <a:spcAft>
                <a:spcPts val="0"/>
              </a:spcAft>
              <a:buClr>
                <a:schemeClr val="dk1"/>
              </a:buClr>
              <a:buSzPts val="2000"/>
              <a:buFont typeface="Times New Roman"/>
              <a:buNone/>
              <a:defRPr b="1" i="0" sz="2000" u="none" cap="none" strike="noStrike">
                <a:solidFill>
                  <a:schemeClr val="dk1"/>
                </a:solidFill>
                <a:latin typeface="Times New Roman"/>
                <a:ea typeface="Times New Roman"/>
                <a:cs typeface="Times New Roman"/>
                <a:sym typeface="Times New Roman"/>
              </a:defRPr>
            </a:lvl3pPr>
            <a:lvl4pPr indent="-228600" lvl="3" marL="18288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4pPr>
            <a:lvl5pPr indent="-228600" lvl="4" marL="22860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5pPr>
            <a:lvl6pPr indent="-228600" lvl="5" marL="27432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6pPr>
            <a:lvl7pPr indent="-228600" lvl="6" marL="32004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7pPr>
            <a:lvl8pPr indent="-228600" lvl="7" marL="36576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8pPr>
            <a:lvl9pPr indent="-228600" lvl="8" marL="41148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9pPr>
          </a:lstStyle>
          <a:p/>
        </p:txBody>
      </p:sp>
      <p:sp>
        <p:nvSpPr>
          <p:cNvPr id="44" name="Google Shape;44;p6"/>
          <p:cNvSpPr txBox="1"/>
          <p:nvPr>
            <p:ph idx="2" type="body"/>
          </p:nvPr>
        </p:nvSpPr>
        <p:spPr>
          <a:xfrm>
            <a:off x="2193925" y="10439400"/>
            <a:ext cx="19392900" cy="18965864"/>
          </a:xfrm>
          <a:prstGeom prst="rect">
            <a:avLst/>
          </a:prstGeom>
          <a:noFill/>
          <a:ln>
            <a:noFill/>
          </a:ln>
        </p:spPr>
        <p:txBody>
          <a:bodyPr anchorCtr="0" anchor="t" bIns="91425" lIns="91425" spcFirstLastPara="1" rIns="91425" wrap="square" tIns="91425">
            <a:noAutofit/>
          </a:bodyPr>
          <a:lstStyle>
            <a:lvl1pPr indent="-406400" lvl="0" marL="457200" marR="0" algn="l">
              <a:lnSpc>
                <a:spcPct val="100000"/>
              </a:lnSpc>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1pPr>
            <a:lvl2pPr indent="-374650" lvl="1" marL="914400" marR="0" algn="l">
              <a:lnSpc>
                <a:spcPct val="100000"/>
              </a:lnSpc>
              <a:spcBef>
                <a:spcPts val="460"/>
              </a:spcBef>
              <a:spcAft>
                <a:spcPts val="0"/>
              </a:spcAft>
              <a:buClr>
                <a:schemeClr val="dk1"/>
              </a:buClr>
              <a:buSzPts val="2300"/>
              <a:buFont typeface="Times New Roman"/>
              <a:buChar char="–"/>
              <a:defRPr b="0" i="0" sz="2300" u="none" cap="none" strike="noStrike">
                <a:solidFill>
                  <a:schemeClr val="dk1"/>
                </a:solidFill>
                <a:latin typeface="Times New Roman"/>
                <a:ea typeface="Times New Roman"/>
                <a:cs typeface="Times New Roman"/>
                <a:sym typeface="Times New Roman"/>
              </a:defRPr>
            </a:lvl2pPr>
            <a:lvl3pPr indent="-355600" lvl="2" marL="13716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9250" lvl="3" marL="18288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4pPr>
            <a:lvl5pPr indent="-349250" lvl="4" marL="22860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5pPr>
            <a:lvl6pPr indent="-349250" lvl="5" marL="27432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6pPr>
            <a:lvl7pPr indent="-349250" lvl="6" marL="32004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7pPr>
            <a:lvl8pPr indent="-349250" lvl="7" marL="36576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8pPr>
            <a:lvl9pPr indent="-349250" lvl="8" marL="41148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9pPr>
          </a:lstStyle>
          <a:p/>
        </p:txBody>
      </p:sp>
      <p:sp>
        <p:nvSpPr>
          <p:cNvPr id="45" name="Google Shape;45;p6"/>
          <p:cNvSpPr txBox="1"/>
          <p:nvPr>
            <p:ph idx="3" type="body"/>
          </p:nvPr>
        </p:nvSpPr>
        <p:spPr>
          <a:xfrm>
            <a:off x="22296440" y="7369177"/>
            <a:ext cx="19400836" cy="3070225"/>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560"/>
              </a:spcBef>
              <a:spcAft>
                <a:spcPts val="0"/>
              </a:spcAft>
              <a:buClr>
                <a:schemeClr val="dk1"/>
              </a:buClr>
              <a:buSzPts val="2800"/>
              <a:buFont typeface="Times New Roman"/>
              <a:buNone/>
              <a:defRPr b="1" i="0" sz="2800" u="none" cap="none" strike="noStrike">
                <a:solidFill>
                  <a:schemeClr val="dk1"/>
                </a:solidFill>
                <a:latin typeface="Times New Roman"/>
                <a:ea typeface="Times New Roman"/>
                <a:cs typeface="Times New Roman"/>
                <a:sym typeface="Times New Roman"/>
              </a:defRPr>
            </a:lvl1pPr>
            <a:lvl2pPr indent="-228600" lvl="1" marL="914400" marR="0" algn="l">
              <a:lnSpc>
                <a:spcPct val="100000"/>
              </a:lnSpc>
              <a:spcBef>
                <a:spcPts val="460"/>
              </a:spcBef>
              <a:spcAft>
                <a:spcPts val="0"/>
              </a:spcAft>
              <a:buClr>
                <a:schemeClr val="dk1"/>
              </a:buClr>
              <a:buSzPts val="2300"/>
              <a:buFont typeface="Times New Roman"/>
              <a:buNone/>
              <a:defRPr b="1" i="0" sz="2300" u="none" cap="none" strike="noStrike">
                <a:solidFill>
                  <a:schemeClr val="dk1"/>
                </a:solidFill>
                <a:latin typeface="Times New Roman"/>
                <a:ea typeface="Times New Roman"/>
                <a:cs typeface="Times New Roman"/>
                <a:sym typeface="Times New Roman"/>
              </a:defRPr>
            </a:lvl2pPr>
            <a:lvl3pPr indent="-228600" lvl="2" marL="1371600" marR="0" algn="l">
              <a:lnSpc>
                <a:spcPct val="100000"/>
              </a:lnSpc>
              <a:spcBef>
                <a:spcPts val="400"/>
              </a:spcBef>
              <a:spcAft>
                <a:spcPts val="0"/>
              </a:spcAft>
              <a:buClr>
                <a:schemeClr val="dk1"/>
              </a:buClr>
              <a:buSzPts val="2000"/>
              <a:buFont typeface="Times New Roman"/>
              <a:buNone/>
              <a:defRPr b="1" i="0" sz="2000" u="none" cap="none" strike="noStrike">
                <a:solidFill>
                  <a:schemeClr val="dk1"/>
                </a:solidFill>
                <a:latin typeface="Times New Roman"/>
                <a:ea typeface="Times New Roman"/>
                <a:cs typeface="Times New Roman"/>
                <a:sym typeface="Times New Roman"/>
              </a:defRPr>
            </a:lvl3pPr>
            <a:lvl4pPr indent="-228600" lvl="3" marL="18288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4pPr>
            <a:lvl5pPr indent="-228600" lvl="4" marL="22860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5pPr>
            <a:lvl6pPr indent="-228600" lvl="5" marL="27432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6pPr>
            <a:lvl7pPr indent="-228600" lvl="6" marL="32004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7pPr>
            <a:lvl8pPr indent="-228600" lvl="7" marL="36576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8pPr>
            <a:lvl9pPr indent="-228600" lvl="8" marL="4114800" marR="0" algn="l">
              <a:lnSpc>
                <a:spcPct val="100000"/>
              </a:lnSpc>
              <a:spcBef>
                <a:spcPts val="380"/>
              </a:spcBef>
              <a:spcAft>
                <a:spcPts val="0"/>
              </a:spcAft>
              <a:buClr>
                <a:schemeClr val="dk1"/>
              </a:buClr>
              <a:buSzPts val="1900"/>
              <a:buFont typeface="Times New Roman"/>
              <a:buNone/>
              <a:defRPr b="1" i="0" sz="1900" u="none" cap="none" strike="noStrike">
                <a:solidFill>
                  <a:schemeClr val="dk1"/>
                </a:solidFill>
                <a:latin typeface="Times New Roman"/>
                <a:ea typeface="Times New Roman"/>
                <a:cs typeface="Times New Roman"/>
                <a:sym typeface="Times New Roman"/>
              </a:defRPr>
            </a:lvl9pPr>
          </a:lstStyle>
          <a:p/>
        </p:txBody>
      </p:sp>
      <p:sp>
        <p:nvSpPr>
          <p:cNvPr id="46" name="Google Shape;46;p6"/>
          <p:cNvSpPr txBox="1"/>
          <p:nvPr>
            <p:ph idx="4" type="body"/>
          </p:nvPr>
        </p:nvSpPr>
        <p:spPr>
          <a:xfrm>
            <a:off x="22296440" y="10439400"/>
            <a:ext cx="19400836" cy="18965864"/>
          </a:xfrm>
          <a:prstGeom prst="rect">
            <a:avLst/>
          </a:prstGeom>
          <a:noFill/>
          <a:ln>
            <a:noFill/>
          </a:ln>
        </p:spPr>
        <p:txBody>
          <a:bodyPr anchorCtr="0" anchor="t" bIns="91425" lIns="91425" spcFirstLastPara="1" rIns="91425" wrap="square" tIns="91425">
            <a:noAutofit/>
          </a:bodyPr>
          <a:lstStyle>
            <a:lvl1pPr indent="-406400" lvl="0" marL="457200" marR="0" algn="l">
              <a:lnSpc>
                <a:spcPct val="100000"/>
              </a:lnSpc>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1pPr>
            <a:lvl2pPr indent="-374650" lvl="1" marL="914400" marR="0" algn="l">
              <a:lnSpc>
                <a:spcPct val="100000"/>
              </a:lnSpc>
              <a:spcBef>
                <a:spcPts val="460"/>
              </a:spcBef>
              <a:spcAft>
                <a:spcPts val="0"/>
              </a:spcAft>
              <a:buClr>
                <a:schemeClr val="dk1"/>
              </a:buClr>
              <a:buSzPts val="2300"/>
              <a:buFont typeface="Times New Roman"/>
              <a:buChar char="–"/>
              <a:defRPr b="0" i="0" sz="2300" u="none" cap="none" strike="noStrike">
                <a:solidFill>
                  <a:schemeClr val="dk1"/>
                </a:solidFill>
                <a:latin typeface="Times New Roman"/>
                <a:ea typeface="Times New Roman"/>
                <a:cs typeface="Times New Roman"/>
                <a:sym typeface="Times New Roman"/>
              </a:defRPr>
            </a:lvl2pPr>
            <a:lvl3pPr indent="-355600" lvl="2" marL="1371600" marR="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9250" lvl="3" marL="18288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4pPr>
            <a:lvl5pPr indent="-349250" lvl="4" marL="22860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5pPr>
            <a:lvl6pPr indent="-349250" lvl="5" marL="27432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6pPr>
            <a:lvl7pPr indent="-349250" lvl="6" marL="32004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7pPr>
            <a:lvl8pPr indent="-349250" lvl="7" marL="36576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8pPr>
            <a:lvl9pPr indent="-349250" lvl="8" marL="4114800" marR="0" algn="l">
              <a:lnSpc>
                <a:spcPct val="100000"/>
              </a:lnSpc>
              <a:spcBef>
                <a:spcPts val="380"/>
              </a:spcBef>
              <a:spcAft>
                <a:spcPts val="0"/>
              </a:spcAft>
              <a:buClr>
                <a:schemeClr val="dk1"/>
              </a:buClr>
              <a:buSzPts val="1900"/>
              <a:buFont typeface="Times New Roman"/>
              <a:buChar char="»"/>
              <a:defRPr b="0" i="0" sz="1900" u="none" cap="none" strike="noStrike">
                <a:solidFill>
                  <a:schemeClr val="dk1"/>
                </a:solidFill>
                <a:latin typeface="Times New Roman"/>
                <a:ea typeface="Times New Roman"/>
                <a:cs typeface="Times New Roman"/>
                <a:sym typeface="Times New Roman"/>
              </a:defRPr>
            </a:lvl9pPr>
          </a:lstStyle>
          <a:p/>
        </p:txBody>
      </p:sp>
      <p:sp>
        <p:nvSpPr>
          <p:cNvPr id="47" name="Google Shape;47;p6"/>
          <p:cNvSpPr txBox="1"/>
          <p:nvPr>
            <p:ph idx="10" type="dt"/>
          </p:nvPr>
        </p:nvSpPr>
        <p:spPr>
          <a:xfrm>
            <a:off x="3292475" y="29995812"/>
            <a:ext cx="9144000"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1" type="ftr"/>
          </p:nvPr>
        </p:nvSpPr>
        <p:spPr>
          <a:xfrm>
            <a:off x="14998700" y="29995812"/>
            <a:ext cx="13896975"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
          <p:cNvSpPr txBox="1"/>
          <p:nvPr>
            <p:ph idx="12" type="sldNum"/>
          </p:nvPr>
        </p:nvSpPr>
        <p:spPr>
          <a:xfrm>
            <a:off x="31457900" y="29995812"/>
            <a:ext cx="9144000" cy="2189162"/>
          </a:xfrm>
          <a:prstGeom prst="rect">
            <a:avLst/>
          </a:prstGeom>
          <a:noFill/>
          <a:ln>
            <a:noFill/>
          </a:ln>
        </p:spPr>
        <p:txBody>
          <a:bodyPr anchorCtr="0" anchor="t" bIns="175750" lIns="351500" spcFirstLastPara="1" rIns="351500" wrap="square" tIns="175750">
            <a:noAutofit/>
          </a:bodyPr>
          <a:lstStyle>
            <a:lvl1pPr indent="0" lvl="0"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7"/>
          <p:cNvSpPr txBox="1"/>
          <p:nvPr>
            <p:ph type="title"/>
          </p:nvPr>
        </p:nvSpPr>
        <p:spPr>
          <a:xfrm>
            <a:off x="3292475" y="2924175"/>
            <a:ext cx="37309424" cy="5489574"/>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1pPr>
            <a:lvl2pPr lvl="1"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2pPr>
            <a:lvl3pPr lvl="2"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3pPr>
            <a:lvl4pPr lvl="3"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4pPr>
            <a:lvl5pPr lvl="4"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5pPr>
            <a:lvl6pPr lvl="5"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6pPr>
            <a:lvl7pPr lvl="6"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7pPr>
            <a:lvl8pPr lvl="7"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8pPr>
            <a:lvl9pPr lvl="8"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9pPr>
          </a:lstStyle>
          <a:p/>
        </p:txBody>
      </p:sp>
      <p:sp>
        <p:nvSpPr>
          <p:cNvPr id="52" name="Google Shape;52;p7"/>
          <p:cNvSpPr txBox="1"/>
          <p:nvPr>
            <p:ph idx="10" type="dt"/>
          </p:nvPr>
        </p:nvSpPr>
        <p:spPr>
          <a:xfrm>
            <a:off x="3292475" y="29995812"/>
            <a:ext cx="9144000"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1" type="ftr"/>
          </p:nvPr>
        </p:nvSpPr>
        <p:spPr>
          <a:xfrm>
            <a:off x="14998700" y="29995812"/>
            <a:ext cx="13896975"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
          <p:cNvSpPr txBox="1"/>
          <p:nvPr>
            <p:ph idx="12" type="sldNum"/>
          </p:nvPr>
        </p:nvSpPr>
        <p:spPr>
          <a:xfrm>
            <a:off x="31457900" y="29995812"/>
            <a:ext cx="9144000" cy="2189162"/>
          </a:xfrm>
          <a:prstGeom prst="rect">
            <a:avLst/>
          </a:prstGeom>
          <a:noFill/>
          <a:ln>
            <a:noFill/>
          </a:ln>
        </p:spPr>
        <p:txBody>
          <a:bodyPr anchorCtr="0" anchor="t" bIns="175750" lIns="351500" spcFirstLastPara="1" rIns="351500" wrap="square" tIns="175750">
            <a:noAutofit/>
          </a:bodyPr>
          <a:lstStyle>
            <a:lvl1pPr indent="0" lvl="0"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8"/>
          <p:cNvSpPr txBox="1"/>
          <p:nvPr>
            <p:ph type="title"/>
          </p:nvPr>
        </p:nvSpPr>
        <p:spPr>
          <a:xfrm>
            <a:off x="2193925" y="1311276"/>
            <a:ext cx="14439900" cy="5576887"/>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2"/>
              </a:buClr>
              <a:buSzPts val="2300"/>
              <a:buFont typeface="Times New Roman"/>
              <a:buNone/>
              <a:defRPr b="1" i="0" sz="2300" u="none" cap="none" strike="noStrike">
                <a:solidFill>
                  <a:schemeClr val="dk2"/>
                </a:solidFill>
                <a:latin typeface="Times New Roman"/>
                <a:ea typeface="Times New Roman"/>
                <a:cs typeface="Times New Roman"/>
                <a:sym typeface="Times New Roman"/>
              </a:defRPr>
            </a:lvl1pPr>
            <a:lvl2pPr lvl="1"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2pPr>
            <a:lvl3pPr lvl="2"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3pPr>
            <a:lvl4pPr lvl="3"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4pPr>
            <a:lvl5pPr lvl="4"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5pPr>
            <a:lvl6pPr lvl="5"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6pPr>
            <a:lvl7pPr lvl="6"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7pPr>
            <a:lvl8pPr lvl="7"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8pPr>
            <a:lvl9pPr lvl="8"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9pPr>
          </a:lstStyle>
          <a:p/>
        </p:txBody>
      </p:sp>
      <p:sp>
        <p:nvSpPr>
          <p:cNvPr id="57" name="Google Shape;57;p8"/>
          <p:cNvSpPr txBox="1"/>
          <p:nvPr>
            <p:ph idx="1" type="body"/>
          </p:nvPr>
        </p:nvSpPr>
        <p:spPr>
          <a:xfrm>
            <a:off x="17160875" y="1311276"/>
            <a:ext cx="24536398" cy="28093989"/>
          </a:xfrm>
          <a:prstGeom prst="rect">
            <a:avLst/>
          </a:prstGeom>
          <a:noFill/>
          <a:ln>
            <a:noFill/>
          </a:ln>
        </p:spPr>
        <p:txBody>
          <a:bodyPr anchorCtr="0" anchor="t" bIns="91425" lIns="91425" spcFirstLastPara="1" rIns="91425" wrap="square" tIns="91425">
            <a:noAutofit/>
          </a:bodyPr>
          <a:lstStyle>
            <a:lvl1pPr indent="-457200" lvl="0" marL="457200" marR="0" algn="l">
              <a:lnSpc>
                <a:spcPct val="100000"/>
              </a:lnSpc>
              <a:spcBef>
                <a:spcPts val="720"/>
              </a:spcBef>
              <a:spcAft>
                <a:spcPts val="0"/>
              </a:spcAft>
              <a:buClr>
                <a:schemeClr val="dk1"/>
              </a:buClr>
              <a:buSzPts val="3600"/>
              <a:buFont typeface="Times New Roman"/>
              <a:buChar char="•"/>
              <a:defRPr b="0" i="0" sz="3600" u="none" cap="none" strike="noStrike">
                <a:solidFill>
                  <a:schemeClr val="dk1"/>
                </a:solidFill>
                <a:latin typeface="Times New Roman"/>
                <a:ea typeface="Times New Roman"/>
                <a:cs typeface="Times New Roman"/>
                <a:sym typeface="Times New Roman"/>
              </a:defRPr>
            </a:lvl1pPr>
            <a:lvl2pPr indent="-431800" lvl="1" marL="914400" marR="0" algn="l">
              <a:lnSpc>
                <a:spcPct val="100000"/>
              </a:lnSpc>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2pPr>
            <a:lvl3pPr indent="-406400" lvl="2" marL="1371600" marR="0" algn="l">
              <a:lnSpc>
                <a:spcPct val="100000"/>
              </a:lnSpc>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3pPr>
            <a:lvl4pPr indent="-374650" lvl="3" marL="1828800" marR="0" algn="l">
              <a:lnSpc>
                <a:spcPct val="100000"/>
              </a:lnSpc>
              <a:spcBef>
                <a:spcPts val="460"/>
              </a:spcBef>
              <a:spcAft>
                <a:spcPts val="0"/>
              </a:spcAft>
              <a:buClr>
                <a:schemeClr val="dk1"/>
              </a:buClr>
              <a:buSzPts val="2300"/>
              <a:buFont typeface="Times New Roman"/>
              <a:buChar char="–"/>
              <a:defRPr b="0" i="0" sz="2300" u="none" cap="none" strike="noStrike">
                <a:solidFill>
                  <a:schemeClr val="dk1"/>
                </a:solidFill>
                <a:latin typeface="Times New Roman"/>
                <a:ea typeface="Times New Roman"/>
                <a:cs typeface="Times New Roman"/>
                <a:sym typeface="Times New Roman"/>
              </a:defRPr>
            </a:lvl4pPr>
            <a:lvl5pPr indent="-374650" lvl="4" marL="2286000" marR="0" algn="l">
              <a:lnSpc>
                <a:spcPct val="100000"/>
              </a:lnSpc>
              <a:spcBef>
                <a:spcPts val="460"/>
              </a:spcBef>
              <a:spcAft>
                <a:spcPts val="0"/>
              </a:spcAft>
              <a:buClr>
                <a:schemeClr val="dk1"/>
              </a:buClr>
              <a:buSzPts val="2300"/>
              <a:buFont typeface="Times New Roman"/>
              <a:buChar char="»"/>
              <a:defRPr b="0" i="0" sz="2300" u="none" cap="none" strike="noStrike">
                <a:solidFill>
                  <a:schemeClr val="dk1"/>
                </a:solidFill>
                <a:latin typeface="Times New Roman"/>
                <a:ea typeface="Times New Roman"/>
                <a:cs typeface="Times New Roman"/>
                <a:sym typeface="Times New Roman"/>
              </a:defRPr>
            </a:lvl5pPr>
            <a:lvl6pPr indent="-374650" lvl="5" marL="2743200" marR="0" algn="l">
              <a:lnSpc>
                <a:spcPct val="100000"/>
              </a:lnSpc>
              <a:spcBef>
                <a:spcPts val="460"/>
              </a:spcBef>
              <a:spcAft>
                <a:spcPts val="0"/>
              </a:spcAft>
              <a:buClr>
                <a:schemeClr val="dk1"/>
              </a:buClr>
              <a:buSzPts val="2300"/>
              <a:buFont typeface="Times New Roman"/>
              <a:buChar char="»"/>
              <a:defRPr b="0" i="0" sz="2300" u="none" cap="none" strike="noStrike">
                <a:solidFill>
                  <a:schemeClr val="dk1"/>
                </a:solidFill>
                <a:latin typeface="Times New Roman"/>
                <a:ea typeface="Times New Roman"/>
                <a:cs typeface="Times New Roman"/>
                <a:sym typeface="Times New Roman"/>
              </a:defRPr>
            </a:lvl6pPr>
            <a:lvl7pPr indent="-374650" lvl="6" marL="3200400" marR="0" algn="l">
              <a:lnSpc>
                <a:spcPct val="100000"/>
              </a:lnSpc>
              <a:spcBef>
                <a:spcPts val="460"/>
              </a:spcBef>
              <a:spcAft>
                <a:spcPts val="0"/>
              </a:spcAft>
              <a:buClr>
                <a:schemeClr val="dk1"/>
              </a:buClr>
              <a:buSzPts val="2300"/>
              <a:buFont typeface="Times New Roman"/>
              <a:buChar char="»"/>
              <a:defRPr b="0" i="0" sz="2300" u="none" cap="none" strike="noStrike">
                <a:solidFill>
                  <a:schemeClr val="dk1"/>
                </a:solidFill>
                <a:latin typeface="Times New Roman"/>
                <a:ea typeface="Times New Roman"/>
                <a:cs typeface="Times New Roman"/>
                <a:sym typeface="Times New Roman"/>
              </a:defRPr>
            </a:lvl7pPr>
            <a:lvl8pPr indent="-374650" lvl="7" marL="3657600" marR="0" algn="l">
              <a:lnSpc>
                <a:spcPct val="100000"/>
              </a:lnSpc>
              <a:spcBef>
                <a:spcPts val="460"/>
              </a:spcBef>
              <a:spcAft>
                <a:spcPts val="0"/>
              </a:spcAft>
              <a:buClr>
                <a:schemeClr val="dk1"/>
              </a:buClr>
              <a:buSzPts val="2300"/>
              <a:buFont typeface="Times New Roman"/>
              <a:buChar char="»"/>
              <a:defRPr b="0" i="0" sz="2300" u="none" cap="none" strike="noStrike">
                <a:solidFill>
                  <a:schemeClr val="dk1"/>
                </a:solidFill>
                <a:latin typeface="Times New Roman"/>
                <a:ea typeface="Times New Roman"/>
                <a:cs typeface="Times New Roman"/>
                <a:sym typeface="Times New Roman"/>
              </a:defRPr>
            </a:lvl8pPr>
            <a:lvl9pPr indent="-374650" lvl="8" marL="4114800" marR="0" algn="l">
              <a:lnSpc>
                <a:spcPct val="100000"/>
              </a:lnSpc>
              <a:spcBef>
                <a:spcPts val="460"/>
              </a:spcBef>
              <a:spcAft>
                <a:spcPts val="0"/>
              </a:spcAft>
              <a:buClr>
                <a:schemeClr val="dk1"/>
              </a:buClr>
              <a:buSzPts val="2300"/>
              <a:buFont typeface="Times New Roman"/>
              <a:buChar char="»"/>
              <a:defRPr b="0" i="0" sz="2300" u="none" cap="none" strike="noStrike">
                <a:solidFill>
                  <a:schemeClr val="dk1"/>
                </a:solidFill>
                <a:latin typeface="Times New Roman"/>
                <a:ea typeface="Times New Roman"/>
                <a:cs typeface="Times New Roman"/>
                <a:sym typeface="Times New Roman"/>
              </a:defRPr>
            </a:lvl9pPr>
          </a:lstStyle>
          <a:p/>
        </p:txBody>
      </p:sp>
      <p:sp>
        <p:nvSpPr>
          <p:cNvPr id="58" name="Google Shape;58;p8"/>
          <p:cNvSpPr txBox="1"/>
          <p:nvPr>
            <p:ph idx="2" type="body"/>
          </p:nvPr>
        </p:nvSpPr>
        <p:spPr>
          <a:xfrm>
            <a:off x="2193925" y="6888163"/>
            <a:ext cx="14439900" cy="22517100"/>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32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1pPr>
            <a:lvl2pPr indent="-228600" lvl="1" marL="914400" marR="0" algn="l">
              <a:lnSpc>
                <a:spcPct val="100000"/>
              </a:lnSpc>
              <a:spcBef>
                <a:spcPts val="260"/>
              </a:spcBef>
              <a:spcAft>
                <a:spcPts val="0"/>
              </a:spcAft>
              <a:buClr>
                <a:schemeClr val="dk1"/>
              </a:buClr>
              <a:buSzPts val="1300"/>
              <a:buFont typeface="Times New Roman"/>
              <a:buNone/>
              <a:defRPr b="0" i="0" sz="1300" u="none" cap="none" strike="noStrike">
                <a:solidFill>
                  <a:schemeClr val="dk1"/>
                </a:solidFill>
                <a:latin typeface="Times New Roman"/>
                <a:ea typeface="Times New Roman"/>
                <a:cs typeface="Times New Roman"/>
                <a:sym typeface="Times New Roman"/>
              </a:defRPr>
            </a:lvl2pPr>
            <a:lvl3pPr indent="-228600" lvl="2" marL="1371600" marR="0" algn="l">
              <a:lnSpc>
                <a:spcPct val="100000"/>
              </a:lnSpc>
              <a:spcBef>
                <a:spcPts val="240"/>
              </a:spcBef>
              <a:spcAft>
                <a:spcPts val="0"/>
              </a:spcAft>
              <a:buClr>
                <a:schemeClr val="dk1"/>
              </a:buClr>
              <a:buSzPts val="1200"/>
              <a:buFont typeface="Times New Roman"/>
              <a:buNone/>
              <a:defRPr b="0" i="0" sz="1200" u="none" cap="none" strike="noStrike">
                <a:solidFill>
                  <a:schemeClr val="dk1"/>
                </a:solidFill>
                <a:latin typeface="Times New Roman"/>
                <a:ea typeface="Times New Roman"/>
                <a:cs typeface="Times New Roman"/>
                <a:sym typeface="Times New Roman"/>
              </a:defRPr>
            </a:lvl3pPr>
            <a:lvl4pPr indent="-228600" lvl="3" marL="18288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4pPr>
            <a:lvl5pPr indent="-228600" lvl="4" marL="22860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5pPr>
            <a:lvl6pPr indent="-228600" lvl="5" marL="27432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6pPr>
            <a:lvl7pPr indent="-228600" lvl="6" marL="32004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7pPr>
            <a:lvl8pPr indent="-228600" lvl="7" marL="36576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8pPr>
            <a:lvl9pPr indent="-228600" lvl="8" marL="41148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9pPr>
          </a:lstStyle>
          <a:p/>
        </p:txBody>
      </p:sp>
      <p:sp>
        <p:nvSpPr>
          <p:cNvPr id="59" name="Google Shape;59;p8"/>
          <p:cNvSpPr txBox="1"/>
          <p:nvPr>
            <p:ph idx="10" type="dt"/>
          </p:nvPr>
        </p:nvSpPr>
        <p:spPr>
          <a:xfrm>
            <a:off x="3292475" y="29995812"/>
            <a:ext cx="9144000"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
          <p:cNvSpPr txBox="1"/>
          <p:nvPr>
            <p:ph idx="11" type="ftr"/>
          </p:nvPr>
        </p:nvSpPr>
        <p:spPr>
          <a:xfrm>
            <a:off x="14998700" y="29995812"/>
            <a:ext cx="13896975"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2" type="sldNum"/>
          </p:nvPr>
        </p:nvSpPr>
        <p:spPr>
          <a:xfrm>
            <a:off x="31457900" y="29995812"/>
            <a:ext cx="9144000" cy="2189162"/>
          </a:xfrm>
          <a:prstGeom prst="rect">
            <a:avLst/>
          </a:prstGeom>
          <a:noFill/>
          <a:ln>
            <a:noFill/>
          </a:ln>
        </p:spPr>
        <p:txBody>
          <a:bodyPr anchorCtr="0" anchor="t" bIns="175750" lIns="351500" spcFirstLastPara="1" rIns="351500" wrap="square" tIns="175750">
            <a:noAutofit/>
          </a:bodyPr>
          <a:lstStyle>
            <a:lvl1pPr indent="0" lvl="0"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9"/>
          <p:cNvSpPr txBox="1"/>
          <p:nvPr>
            <p:ph type="title"/>
          </p:nvPr>
        </p:nvSpPr>
        <p:spPr>
          <a:xfrm>
            <a:off x="8602664" y="23042565"/>
            <a:ext cx="26335038" cy="2720974"/>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2"/>
              </a:buClr>
              <a:buSzPts val="2300"/>
              <a:buFont typeface="Times New Roman"/>
              <a:buNone/>
              <a:defRPr b="1" i="0" sz="2300" u="none" cap="none" strike="noStrike">
                <a:solidFill>
                  <a:schemeClr val="dk2"/>
                </a:solidFill>
                <a:latin typeface="Times New Roman"/>
                <a:ea typeface="Times New Roman"/>
                <a:cs typeface="Times New Roman"/>
                <a:sym typeface="Times New Roman"/>
              </a:defRPr>
            </a:lvl1pPr>
            <a:lvl2pPr lvl="1"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2pPr>
            <a:lvl3pPr lvl="2"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3pPr>
            <a:lvl4pPr lvl="3"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4pPr>
            <a:lvl5pPr lvl="4"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5pPr>
            <a:lvl6pPr lvl="5"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6pPr>
            <a:lvl7pPr lvl="6"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7pPr>
            <a:lvl8pPr lvl="7"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8pPr>
            <a:lvl9pPr lvl="8"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9pPr>
          </a:lstStyle>
          <a:p/>
        </p:txBody>
      </p:sp>
      <p:sp>
        <p:nvSpPr>
          <p:cNvPr id="64" name="Google Shape;64;p9"/>
          <p:cNvSpPr/>
          <p:nvPr>
            <p:ph idx="2" type="pic"/>
          </p:nvPr>
        </p:nvSpPr>
        <p:spPr>
          <a:xfrm>
            <a:off x="8602664" y="2941639"/>
            <a:ext cx="26335038" cy="19750087"/>
          </a:xfrm>
          <a:prstGeom prst="rect">
            <a:avLst/>
          </a:prstGeom>
          <a:noFill/>
          <a:ln>
            <a:noFill/>
          </a:ln>
        </p:spPr>
      </p:sp>
      <p:sp>
        <p:nvSpPr>
          <p:cNvPr id="65" name="Google Shape;65;p9"/>
          <p:cNvSpPr txBox="1"/>
          <p:nvPr>
            <p:ph idx="1" type="body"/>
          </p:nvPr>
        </p:nvSpPr>
        <p:spPr>
          <a:xfrm>
            <a:off x="8602664" y="25763539"/>
            <a:ext cx="26335038" cy="3862388"/>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320"/>
              </a:spcBef>
              <a:spcAft>
                <a:spcPts val="0"/>
              </a:spcAft>
              <a:buClr>
                <a:schemeClr val="dk1"/>
              </a:buClr>
              <a:buSzPts val="1600"/>
              <a:buFont typeface="Times New Roman"/>
              <a:buNone/>
              <a:defRPr b="0" i="0" sz="1600" u="none" cap="none" strike="noStrike">
                <a:solidFill>
                  <a:schemeClr val="dk1"/>
                </a:solidFill>
                <a:latin typeface="Times New Roman"/>
                <a:ea typeface="Times New Roman"/>
                <a:cs typeface="Times New Roman"/>
                <a:sym typeface="Times New Roman"/>
              </a:defRPr>
            </a:lvl1pPr>
            <a:lvl2pPr indent="-228600" lvl="1" marL="914400" marR="0" algn="l">
              <a:lnSpc>
                <a:spcPct val="100000"/>
              </a:lnSpc>
              <a:spcBef>
                <a:spcPts val="260"/>
              </a:spcBef>
              <a:spcAft>
                <a:spcPts val="0"/>
              </a:spcAft>
              <a:buClr>
                <a:schemeClr val="dk1"/>
              </a:buClr>
              <a:buSzPts val="1300"/>
              <a:buFont typeface="Times New Roman"/>
              <a:buNone/>
              <a:defRPr b="0" i="0" sz="1300" u="none" cap="none" strike="noStrike">
                <a:solidFill>
                  <a:schemeClr val="dk1"/>
                </a:solidFill>
                <a:latin typeface="Times New Roman"/>
                <a:ea typeface="Times New Roman"/>
                <a:cs typeface="Times New Roman"/>
                <a:sym typeface="Times New Roman"/>
              </a:defRPr>
            </a:lvl2pPr>
            <a:lvl3pPr indent="-228600" lvl="2" marL="1371600" marR="0" algn="l">
              <a:lnSpc>
                <a:spcPct val="100000"/>
              </a:lnSpc>
              <a:spcBef>
                <a:spcPts val="240"/>
              </a:spcBef>
              <a:spcAft>
                <a:spcPts val="0"/>
              </a:spcAft>
              <a:buClr>
                <a:schemeClr val="dk1"/>
              </a:buClr>
              <a:buSzPts val="1200"/>
              <a:buFont typeface="Times New Roman"/>
              <a:buNone/>
              <a:defRPr b="0" i="0" sz="1200" u="none" cap="none" strike="noStrike">
                <a:solidFill>
                  <a:schemeClr val="dk1"/>
                </a:solidFill>
                <a:latin typeface="Times New Roman"/>
                <a:ea typeface="Times New Roman"/>
                <a:cs typeface="Times New Roman"/>
                <a:sym typeface="Times New Roman"/>
              </a:defRPr>
            </a:lvl3pPr>
            <a:lvl4pPr indent="-228600" lvl="3" marL="18288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4pPr>
            <a:lvl5pPr indent="-228600" lvl="4" marL="22860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5pPr>
            <a:lvl6pPr indent="-228600" lvl="5" marL="27432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6pPr>
            <a:lvl7pPr indent="-228600" lvl="6" marL="32004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7pPr>
            <a:lvl8pPr indent="-228600" lvl="7" marL="36576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8pPr>
            <a:lvl9pPr indent="-228600" lvl="8" marL="4114800" marR="0" algn="l">
              <a:lnSpc>
                <a:spcPct val="100000"/>
              </a:lnSpc>
              <a:spcBef>
                <a:spcPts val="220"/>
              </a:spcBef>
              <a:spcAft>
                <a:spcPts val="0"/>
              </a:spcAft>
              <a:buClr>
                <a:schemeClr val="dk1"/>
              </a:buClr>
              <a:buSzPts val="1100"/>
              <a:buFont typeface="Times New Roman"/>
              <a:buNone/>
              <a:defRPr b="0" i="0" sz="1100" u="none" cap="none" strike="noStrike">
                <a:solidFill>
                  <a:schemeClr val="dk1"/>
                </a:solidFill>
                <a:latin typeface="Times New Roman"/>
                <a:ea typeface="Times New Roman"/>
                <a:cs typeface="Times New Roman"/>
                <a:sym typeface="Times New Roman"/>
              </a:defRPr>
            </a:lvl9pPr>
          </a:lstStyle>
          <a:p/>
        </p:txBody>
      </p:sp>
      <p:sp>
        <p:nvSpPr>
          <p:cNvPr id="66" name="Google Shape;66;p9"/>
          <p:cNvSpPr txBox="1"/>
          <p:nvPr>
            <p:ph idx="10" type="dt"/>
          </p:nvPr>
        </p:nvSpPr>
        <p:spPr>
          <a:xfrm>
            <a:off x="3292475" y="29995812"/>
            <a:ext cx="9144000"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1" type="ftr"/>
          </p:nvPr>
        </p:nvSpPr>
        <p:spPr>
          <a:xfrm>
            <a:off x="14998700" y="29995812"/>
            <a:ext cx="13896975"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
          <p:cNvSpPr txBox="1"/>
          <p:nvPr>
            <p:ph idx="12" type="sldNum"/>
          </p:nvPr>
        </p:nvSpPr>
        <p:spPr>
          <a:xfrm>
            <a:off x="31457900" y="29995812"/>
            <a:ext cx="9144000" cy="2189162"/>
          </a:xfrm>
          <a:prstGeom prst="rect">
            <a:avLst/>
          </a:prstGeom>
          <a:noFill/>
          <a:ln>
            <a:noFill/>
          </a:ln>
        </p:spPr>
        <p:txBody>
          <a:bodyPr anchorCtr="0" anchor="t" bIns="175750" lIns="351500" spcFirstLastPara="1" rIns="351500" wrap="square" tIns="175750">
            <a:noAutofit/>
          </a:bodyPr>
          <a:lstStyle>
            <a:lvl1pPr indent="0" lvl="0"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0"/>
          <p:cNvSpPr txBox="1"/>
          <p:nvPr>
            <p:ph type="title"/>
          </p:nvPr>
        </p:nvSpPr>
        <p:spPr>
          <a:xfrm>
            <a:off x="3292475" y="2924175"/>
            <a:ext cx="37309424" cy="5489574"/>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1pPr>
            <a:lvl2pPr lvl="1"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2pPr>
            <a:lvl3pPr lvl="2"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3pPr>
            <a:lvl4pPr lvl="3"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4pPr>
            <a:lvl5pPr lvl="4"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5pPr>
            <a:lvl6pPr lvl="5"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6pPr>
            <a:lvl7pPr lvl="6"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7pPr>
            <a:lvl8pPr lvl="7"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8pPr>
            <a:lvl9pPr lvl="8" marR="0" algn="ctr">
              <a:lnSpc>
                <a:spcPct val="100000"/>
              </a:lnSpc>
              <a:spcBef>
                <a:spcPts val="0"/>
              </a:spcBef>
              <a:spcAft>
                <a:spcPts val="0"/>
              </a:spcAft>
              <a:buClr>
                <a:schemeClr val="dk2"/>
              </a:buClr>
              <a:buSzPts val="16900"/>
              <a:buFont typeface="Times New Roman"/>
              <a:buNone/>
              <a:defRPr b="0" i="0" sz="16900" u="none" cap="none" strike="noStrike">
                <a:solidFill>
                  <a:schemeClr val="dk2"/>
                </a:solidFill>
                <a:latin typeface="Times New Roman"/>
                <a:ea typeface="Times New Roman"/>
                <a:cs typeface="Times New Roman"/>
                <a:sym typeface="Times New Roman"/>
              </a:defRPr>
            </a:lvl9pPr>
          </a:lstStyle>
          <a:p/>
        </p:txBody>
      </p:sp>
      <p:sp>
        <p:nvSpPr>
          <p:cNvPr id="71" name="Google Shape;71;p10"/>
          <p:cNvSpPr txBox="1"/>
          <p:nvPr>
            <p:ph idx="1" type="body"/>
          </p:nvPr>
        </p:nvSpPr>
        <p:spPr>
          <a:xfrm rot="5400000">
            <a:off x="12073731" y="732630"/>
            <a:ext cx="19746912" cy="37309424"/>
          </a:xfrm>
          <a:prstGeom prst="rect">
            <a:avLst/>
          </a:prstGeom>
          <a:noFill/>
          <a:ln>
            <a:noFill/>
          </a:ln>
        </p:spPr>
        <p:txBody>
          <a:bodyPr anchorCtr="0" anchor="t" bIns="91425" lIns="91425" spcFirstLastPara="1" rIns="91425" wrap="square" tIns="91425">
            <a:noAutofit/>
          </a:bodyPr>
          <a:lstStyle>
            <a:lvl1pPr indent="-1009650" lvl="0" marL="457200" marR="0" algn="l">
              <a:lnSpc>
                <a:spcPct val="100000"/>
              </a:lnSpc>
              <a:spcBef>
                <a:spcPts val="2460"/>
              </a:spcBef>
              <a:spcAft>
                <a:spcPts val="0"/>
              </a:spcAft>
              <a:buClr>
                <a:schemeClr val="dk1"/>
              </a:buClr>
              <a:buSzPts val="12300"/>
              <a:buFont typeface="Times New Roman"/>
              <a:buChar char="•"/>
              <a:defRPr b="0" i="0" sz="12300" u="none" cap="none" strike="noStrike">
                <a:solidFill>
                  <a:schemeClr val="dk1"/>
                </a:solidFill>
                <a:latin typeface="Times New Roman"/>
                <a:ea typeface="Times New Roman"/>
                <a:cs typeface="Times New Roman"/>
                <a:sym typeface="Times New Roman"/>
              </a:defRPr>
            </a:lvl1pPr>
            <a:lvl2pPr indent="-914400" lvl="1" marL="914400" marR="0" algn="l">
              <a:lnSpc>
                <a:spcPct val="100000"/>
              </a:lnSpc>
              <a:spcBef>
                <a:spcPts val="2160"/>
              </a:spcBef>
              <a:spcAft>
                <a:spcPts val="0"/>
              </a:spcAft>
              <a:buClr>
                <a:schemeClr val="dk1"/>
              </a:buClr>
              <a:buSzPts val="10800"/>
              <a:buFont typeface="Times New Roman"/>
              <a:buChar char="–"/>
              <a:defRPr b="0" i="0" sz="10800" u="none" cap="none" strike="noStrike">
                <a:solidFill>
                  <a:schemeClr val="dk1"/>
                </a:solidFill>
                <a:latin typeface="Times New Roman"/>
                <a:ea typeface="Times New Roman"/>
                <a:cs typeface="Times New Roman"/>
                <a:sym typeface="Times New Roman"/>
              </a:defRPr>
            </a:lvl2pPr>
            <a:lvl3pPr indent="-812800" lvl="2" marL="1371600" marR="0" algn="l">
              <a:lnSpc>
                <a:spcPct val="100000"/>
              </a:lnSpc>
              <a:spcBef>
                <a:spcPts val="1840"/>
              </a:spcBef>
              <a:spcAft>
                <a:spcPts val="0"/>
              </a:spcAft>
              <a:buClr>
                <a:schemeClr val="dk1"/>
              </a:buClr>
              <a:buSzPts val="9200"/>
              <a:buFont typeface="Times New Roman"/>
              <a:buChar char="•"/>
              <a:defRPr b="0" i="0" sz="9200" u="none" cap="none" strike="noStrike">
                <a:solidFill>
                  <a:schemeClr val="dk1"/>
                </a:solidFill>
                <a:latin typeface="Times New Roman"/>
                <a:ea typeface="Times New Roman"/>
                <a:cs typeface="Times New Roman"/>
                <a:sym typeface="Times New Roman"/>
              </a:defRPr>
            </a:lvl3pPr>
            <a:lvl4pPr indent="-704850" lvl="3" marL="1828800" marR="0" algn="l">
              <a:lnSpc>
                <a:spcPct val="100000"/>
              </a:lnSpc>
              <a:spcBef>
                <a:spcPts val="1500"/>
              </a:spcBef>
              <a:spcAft>
                <a:spcPts val="0"/>
              </a:spcAft>
              <a:buClr>
                <a:schemeClr val="dk1"/>
              </a:buClr>
              <a:buSzPts val="7500"/>
              <a:buFont typeface="Times New Roman"/>
              <a:buChar char="–"/>
              <a:defRPr b="0" i="0" sz="7500" u="none" cap="none" strike="noStrike">
                <a:solidFill>
                  <a:schemeClr val="dk1"/>
                </a:solidFill>
                <a:latin typeface="Times New Roman"/>
                <a:ea typeface="Times New Roman"/>
                <a:cs typeface="Times New Roman"/>
                <a:sym typeface="Times New Roman"/>
              </a:defRPr>
            </a:lvl4pPr>
            <a:lvl5pPr indent="-704850" lvl="4" marL="2286000" marR="0" algn="l">
              <a:lnSpc>
                <a:spcPct val="100000"/>
              </a:lnSpc>
              <a:spcBef>
                <a:spcPts val="1500"/>
              </a:spcBef>
              <a:spcAft>
                <a:spcPts val="0"/>
              </a:spcAft>
              <a:buClr>
                <a:schemeClr val="dk1"/>
              </a:buClr>
              <a:buSzPts val="7500"/>
              <a:buFont typeface="Times New Roman"/>
              <a:buChar char="»"/>
              <a:defRPr b="0" i="0" sz="7500" u="none" cap="none" strike="noStrike">
                <a:solidFill>
                  <a:schemeClr val="dk1"/>
                </a:solidFill>
                <a:latin typeface="Times New Roman"/>
                <a:ea typeface="Times New Roman"/>
                <a:cs typeface="Times New Roman"/>
                <a:sym typeface="Times New Roman"/>
              </a:defRPr>
            </a:lvl5pPr>
            <a:lvl6pPr indent="-704850" lvl="5" marL="2743200" marR="0" algn="l">
              <a:lnSpc>
                <a:spcPct val="100000"/>
              </a:lnSpc>
              <a:spcBef>
                <a:spcPts val="1500"/>
              </a:spcBef>
              <a:spcAft>
                <a:spcPts val="0"/>
              </a:spcAft>
              <a:buClr>
                <a:schemeClr val="dk1"/>
              </a:buClr>
              <a:buSzPts val="7500"/>
              <a:buFont typeface="Times New Roman"/>
              <a:buChar char="»"/>
              <a:defRPr b="0" i="0" sz="7500" u="none" cap="none" strike="noStrike">
                <a:solidFill>
                  <a:schemeClr val="dk1"/>
                </a:solidFill>
                <a:latin typeface="Times New Roman"/>
                <a:ea typeface="Times New Roman"/>
                <a:cs typeface="Times New Roman"/>
                <a:sym typeface="Times New Roman"/>
              </a:defRPr>
            </a:lvl6pPr>
            <a:lvl7pPr indent="-704850" lvl="6" marL="3200400" marR="0" algn="l">
              <a:lnSpc>
                <a:spcPct val="100000"/>
              </a:lnSpc>
              <a:spcBef>
                <a:spcPts val="1500"/>
              </a:spcBef>
              <a:spcAft>
                <a:spcPts val="0"/>
              </a:spcAft>
              <a:buClr>
                <a:schemeClr val="dk1"/>
              </a:buClr>
              <a:buSzPts val="7500"/>
              <a:buFont typeface="Times New Roman"/>
              <a:buChar char="»"/>
              <a:defRPr b="0" i="0" sz="7500" u="none" cap="none" strike="noStrike">
                <a:solidFill>
                  <a:schemeClr val="dk1"/>
                </a:solidFill>
                <a:latin typeface="Times New Roman"/>
                <a:ea typeface="Times New Roman"/>
                <a:cs typeface="Times New Roman"/>
                <a:sym typeface="Times New Roman"/>
              </a:defRPr>
            </a:lvl7pPr>
            <a:lvl8pPr indent="-704850" lvl="7" marL="3657600" marR="0" algn="l">
              <a:lnSpc>
                <a:spcPct val="100000"/>
              </a:lnSpc>
              <a:spcBef>
                <a:spcPts val="1500"/>
              </a:spcBef>
              <a:spcAft>
                <a:spcPts val="0"/>
              </a:spcAft>
              <a:buClr>
                <a:schemeClr val="dk1"/>
              </a:buClr>
              <a:buSzPts val="7500"/>
              <a:buFont typeface="Times New Roman"/>
              <a:buChar char="»"/>
              <a:defRPr b="0" i="0" sz="7500" u="none" cap="none" strike="noStrike">
                <a:solidFill>
                  <a:schemeClr val="dk1"/>
                </a:solidFill>
                <a:latin typeface="Times New Roman"/>
                <a:ea typeface="Times New Roman"/>
                <a:cs typeface="Times New Roman"/>
                <a:sym typeface="Times New Roman"/>
              </a:defRPr>
            </a:lvl8pPr>
            <a:lvl9pPr indent="-704850" lvl="8" marL="4114800" marR="0" algn="l">
              <a:lnSpc>
                <a:spcPct val="100000"/>
              </a:lnSpc>
              <a:spcBef>
                <a:spcPts val="1500"/>
              </a:spcBef>
              <a:spcAft>
                <a:spcPts val="0"/>
              </a:spcAft>
              <a:buClr>
                <a:schemeClr val="dk1"/>
              </a:buClr>
              <a:buSzPts val="7500"/>
              <a:buFont typeface="Times New Roman"/>
              <a:buChar char="»"/>
              <a:defRPr b="0" i="0" sz="7500" u="none" cap="none" strike="noStrike">
                <a:solidFill>
                  <a:schemeClr val="dk1"/>
                </a:solidFill>
                <a:latin typeface="Times New Roman"/>
                <a:ea typeface="Times New Roman"/>
                <a:cs typeface="Times New Roman"/>
                <a:sym typeface="Times New Roman"/>
              </a:defRPr>
            </a:lvl9pPr>
          </a:lstStyle>
          <a:p/>
        </p:txBody>
      </p:sp>
      <p:sp>
        <p:nvSpPr>
          <p:cNvPr id="72" name="Google Shape;72;p10"/>
          <p:cNvSpPr txBox="1"/>
          <p:nvPr>
            <p:ph idx="10" type="dt"/>
          </p:nvPr>
        </p:nvSpPr>
        <p:spPr>
          <a:xfrm>
            <a:off x="3292475" y="29995812"/>
            <a:ext cx="9144000"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txBox="1"/>
          <p:nvPr>
            <p:ph idx="11" type="ftr"/>
          </p:nvPr>
        </p:nvSpPr>
        <p:spPr>
          <a:xfrm>
            <a:off x="14998700" y="29995812"/>
            <a:ext cx="13896975" cy="2189162"/>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0"/>
          <p:cNvSpPr txBox="1"/>
          <p:nvPr>
            <p:ph idx="12" type="sldNum"/>
          </p:nvPr>
        </p:nvSpPr>
        <p:spPr>
          <a:xfrm>
            <a:off x="31457900" y="29995812"/>
            <a:ext cx="9144000" cy="2189162"/>
          </a:xfrm>
          <a:prstGeom prst="rect">
            <a:avLst/>
          </a:prstGeom>
          <a:noFill/>
          <a:ln>
            <a:noFill/>
          </a:ln>
        </p:spPr>
        <p:txBody>
          <a:bodyPr anchorCtr="0" anchor="t" bIns="175750" lIns="351500" spcFirstLastPara="1" rIns="351500" wrap="square" tIns="175750">
            <a:noAutofit/>
          </a:bodyPr>
          <a:lstStyle>
            <a:lvl1pPr indent="0" lvl="0"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292475" y="2924175"/>
            <a:ext cx="37309425" cy="5489575"/>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3292475" y="9513887"/>
            <a:ext cx="37309425" cy="19746912"/>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 name="Google Shape;12;p1"/>
          <p:cNvSpPr txBox="1"/>
          <p:nvPr>
            <p:ph idx="10" type="dt"/>
          </p:nvPr>
        </p:nvSpPr>
        <p:spPr>
          <a:xfrm>
            <a:off x="3292475" y="29995812"/>
            <a:ext cx="9144000" cy="2189162"/>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p1"/>
          <p:cNvSpPr txBox="1"/>
          <p:nvPr>
            <p:ph idx="11" type="ftr"/>
          </p:nvPr>
        </p:nvSpPr>
        <p:spPr>
          <a:xfrm>
            <a:off x="14998700" y="29995812"/>
            <a:ext cx="13896975" cy="2189162"/>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p1"/>
          <p:cNvSpPr txBox="1"/>
          <p:nvPr>
            <p:ph idx="12" type="sldNum"/>
          </p:nvPr>
        </p:nvSpPr>
        <p:spPr>
          <a:xfrm>
            <a:off x="31457900" y="29995812"/>
            <a:ext cx="9144000" cy="2189162"/>
          </a:xfrm>
          <a:prstGeom prst="rect">
            <a:avLst/>
          </a:prstGeom>
          <a:noFill/>
          <a:ln>
            <a:noFill/>
          </a:ln>
        </p:spPr>
        <p:txBody>
          <a:bodyPr anchorCtr="0" anchor="t" bIns="175750" lIns="351500" spcFirstLastPara="1" rIns="351500" wrap="square" tIns="175750">
            <a:noAutofit/>
          </a:bodyPr>
          <a:lstStyle>
            <a:lvl1pPr indent="0" lvl="0" marL="0" marR="0" rtl="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5300"/>
              <a:buFont typeface="Times New Roman"/>
              <a:buNone/>
              <a:defRPr b="0" i="0" sz="53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pic>
        <p:nvPicPr>
          <p:cNvPr descr="mp logo" id="15" name="Google Shape;15;p1"/>
          <p:cNvPicPr preferRelativeResize="0"/>
          <p:nvPr/>
        </p:nvPicPr>
        <p:blipFill rotWithShape="1">
          <a:blip r:embed="rId1">
            <a:alphaModFix/>
          </a:blip>
          <a:srcRect b="0" l="0" r="0" t="0"/>
          <a:stretch/>
        </p:blipFill>
        <p:spPr>
          <a:xfrm>
            <a:off x="40319325" y="32183387"/>
            <a:ext cx="2541587" cy="361950"/>
          </a:xfrm>
          <a:prstGeom prst="rect">
            <a:avLst/>
          </a:prstGeom>
          <a:noFill/>
          <a:ln>
            <a:noFill/>
          </a:ln>
        </p:spPr>
      </p:pic>
      <p:sp>
        <p:nvSpPr>
          <p:cNvPr id="16" name="Google Shape;16;p1"/>
          <p:cNvSpPr txBox="1"/>
          <p:nvPr/>
        </p:nvSpPr>
        <p:spPr>
          <a:xfrm>
            <a:off x="41005125" y="31853187"/>
            <a:ext cx="1336675" cy="412750"/>
          </a:xfrm>
          <a:prstGeom prst="rect">
            <a:avLst/>
          </a:prstGeom>
          <a:noFill/>
          <a:ln>
            <a:noFill/>
          </a:ln>
        </p:spPr>
        <p:txBody>
          <a:bodyPr anchorCtr="0" anchor="t" bIns="52225" lIns="104475" spcFirstLastPara="1" rIns="104475" wrap="square" tIns="52225">
            <a:noAutofit/>
          </a:bodyPr>
          <a:lstStyle/>
          <a:p>
            <a:pPr indent="0" lvl="0" marL="0" marR="0" rtl="0" algn="l">
              <a:lnSpc>
                <a:spcPct val="100000"/>
              </a:lnSpc>
              <a:spcBef>
                <a:spcPts val="0"/>
              </a:spcBef>
              <a:spcAft>
                <a:spcPts val="0"/>
              </a:spcAft>
              <a:buClr>
                <a:srgbClr val="2B0E72"/>
              </a:buClr>
              <a:buSzPts val="2000"/>
              <a:buFont typeface="Arial"/>
              <a:buNone/>
            </a:pPr>
            <a:r>
              <a:rPr b="0" i="0" lang="en-US" sz="2000" u="none" cap="none" strike="noStrike">
                <a:solidFill>
                  <a:srgbClr val="2B0E72"/>
                </a:solidFill>
                <a:latin typeface="Arial"/>
                <a:ea typeface="Arial"/>
                <a:cs typeface="Arial"/>
                <a:sym typeface="Arial"/>
              </a:rPr>
              <a:t>printed by</a:t>
            </a:r>
            <a:endParaRPr b="0" i="0" sz="1400" u="none" cap="none" strike="noStrike">
              <a:solidFill>
                <a:srgbClr val="000000"/>
              </a:solidFill>
              <a:latin typeface="Arial"/>
              <a:ea typeface="Arial"/>
              <a:cs typeface="Arial"/>
              <a:sym typeface="Arial"/>
            </a:endParaRPr>
          </a:p>
        </p:txBody>
      </p:sp>
      <p:sp>
        <p:nvSpPr>
          <p:cNvPr id="17" name="Google Shape;17;p1"/>
          <p:cNvSpPr txBox="1"/>
          <p:nvPr/>
        </p:nvSpPr>
        <p:spPr>
          <a:xfrm>
            <a:off x="40281225" y="32475487"/>
            <a:ext cx="2962275" cy="412750"/>
          </a:xfrm>
          <a:prstGeom prst="rect">
            <a:avLst/>
          </a:prstGeom>
          <a:noFill/>
          <a:ln>
            <a:noFill/>
          </a:ln>
        </p:spPr>
        <p:txBody>
          <a:bodyPr anchorCtr="0" anchor="t" bIns="52225" lIns="104475" spcFirstLastPara="1" rIns="104475" wrap="square" tIns="52225">
            <a:noAutofit/>
          </a:bodyPr>
          <a:lstStyle/>
          <a:p>
            <a:pPr indent="0" lvl="0" marL="0" marR="0" rtl="0" algn="l">
              <a:lnSpc>
                <a:spcPct val="100000"/>
              </a:lnSpc>
              <a:spcBef>
                <a:spcPts val="0"/>
              </a:spcBef>
              <a:spcAft>
                <a:spcPts val="0"/>
              </a:spcAft>
              <a:buClr>
                <a:srgbClr val="2B0E72"/>
              </a:buClr>
              <a:buSzPts val="2000"/>
              <a:buFont typeface="Arial"/>
              <a:buNone/>
            </a:pPr>
            <a:r>
              <a:rPr b="0" i="0" lang="en-US" sz="2000" u="none" cap="none" strike="noStrike">
                <a:solidFill>
                  <a:srgbClr val="2B0E72"/>
                </a:solidFill>
                <a:latin typeface="Arial"/>
                <a:ea typeface="Arial"/>
                <a:cs typeface="Arial"/>
                <a:sym typeface="Arial"/>
              </a:rPr>
              <a:t>www.postersession.com</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3.png"/><Relationship Id="rId11" Type="http://schemas.openxmlformats.org/officeDocument/2006/relationships/image" Target="../media/image7.jpg"/><Relationship Id="rId10" Type="http://schemas.openxmlformats.org/officeDocument/2006/relationships/image" Target="../media/image1.jpg"/><Relationship Id="rId9" Type="http://schemas.openxmlformats.org/officeDocument/2006/relationships/image" Target="../media/image2.jpg"/><Relationship Id="rId5" Type="http://schemas.openxmlformats.org/officeDocument/2006/relationships/image" Target="../media/image9.jpg"/><Relationship Id="rId6" Type="http://schemas.openxmlformats.org/officeDocument/2006/relationships/image" Target="../media/image8.jpg"/><Relationship Id="rId7" Type="http://schemas.openxmlformats.org/officeDocument/2006/relationships/image" Target="../media/image4.jpg"/><Relationship Id="rId8"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1"/>
          <p:cNvPicPr preferRelativeResize="0"/>
          <p:nvPr/>
        </p:nvPicPr>
        <p:blipFill rotWithShape="1">
          <a:blip r:embed="rId3">
            <a:alphaModFix/>
          </a:blip>
          <a:srcRect b="0" l="0" r="0" t="0"/>
          <a:stretch/>
        </p:blipFill>
        <p:spPr>
          <a:xfrm>
            <a:off x="40671750" y="990600"/>
            <a:ext cx="3048000" cy="3062287"/>
          </a:xfrm>
          <a:prstGeom prst="rect">
            <a:avLst/>
          </a:prstGeom>
          <a:noFill/>
          <a:ln>
            <a:noFill/>
          </a:ln>
        </p:spPr>
      </p:pic>
      <p:sp>
        <p:nvSpPr>
          <p:cNvPr id="81" name="Google Shape;81;p11"/>
          <p:cNvSpPr txBox="1"/>
          <p:nvPr/>
        </p:nvSpPr>
        <p:spPr>
          <a:xfrm>
            <a:off x="4024312" y="160337"/>
            <a:ext cx="36271200" cy="4440237"/>
          </a:xfrm>
          <a:prstGeom prst="rect">
            <a:avLst/>
          </a:prstGeom>
          <a:solidFill>
            <a:srgbClr val="C00000"/>
          </a:solidFill>
          <a:ln cap="flat" cmpd="sng" w="9525">
            <a:solidFill>
              <a:schemeClr val="dk1"/>
            </a:solidFill>
            <a:prstDash val="solid"/>
            <a:miter lim="800000"/>
            <a:headEnd len="sm" w="sm" type="none"/>
            <a:tailEnd len="sm" w="sm" type="none"/>
          </a:ln>
        </p:spPr>
        <p:txBody>
          <a:bodyPr anchorCtr="0" anchor="t" bIns="34950" lIns="69900" spcFirstLastPara="1" rIns="69900" wrap="square" tIns="34950">
            <a:noAutofit/>
          </a:bodyPr>
          <a:lstStyle/>
          <a:p>
            <a:pPr indent="0" lvl="0" marL="0" marR="0" rtl="0" algn="ctr">
              <a:lnSpc>
                <a:spcPct val="107000"/>
              </a:lnSpc>
              <a:spcBef>
                <a:spcPts val="0"/>
              </a:spcBef>
              <a:spcAft>
                <a:spcPts val="0"/>
              </a:spcAft>
              <a:buClr>
                <a:schemeClr val="lt1"/>
              </a:buClr>
              <a:buSzPts val="6000"/>
              <a:buFont typeface="Times New Roman"/>
              <a:buNone/>
            </a:pPr>
            <a:r>
              <a:rPr b="0" i="0" lang="en-US" sz="6000" u="none" cap="none" strike="noStrike">
                <a:solidFill>
                  <a:schemeClr val="lt1"/>
                </a:solidFill>
                <a:latin typeface="Times New Roman"/>
                <a:ea typeface="Times New Roman"/>
                <a:cs typeface="Times New Roman"/>
                <a:sym typeface="Times New Roman"/>
              </a:rPr>
              <a:t>Design of an Electronic Gear Shifting Assembly Using Paddle Shifters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4000"/>
              <a:buFont typeface="Times New Roman"/>
              <a:buNone/>
            </a:pPr>
            <a:r>
              <a:rPr b="0" i="0" lang="en-US" sz="4000" u="none" cap="none" strike="noStrike">
                <a:solidFill>
                  <a:srgbClr val="FFFFFF"/>
                </a:solidFill>
                <a:latin typeface="Times New Roman"/>
                <a:ea typeface="Times New Roman"/>
                <a:cs typeface="Times New Roman"/>
                <a:sym typeface="Times New Roman"/>
              </a:rPr>
              <a:t>Jibrail Muhammad Jr, Dandrell </a:t>
            </a:r>
            <a:r>
              <a:rPr lang="en-US" sz="4000">
                <a:solidFill>
                  <a:srgbClr val="FFFFFF"/>
                </a:solidFill>
                <a:latin typeface="Times New Roman"/>
                <a:ea typeface="Times New Roman"/>
                <a:cs typeface="Times New Roman"/>
                <a:sym typeface="Times New Roman"/>
              </a:rPr>
              <a:t>E.</a:t>
            </a:r>
            <a:r>
              <a:rPr b="0" i="0" lang="en-US" sz="4000" u="none" cap="none" strike="noStrike">
                <a:solidFill>
                  <a:srgbClr val="FFFFFF"/>
                </a:solidFill>
                <a:latin typeface="Times New Roman"/>
                <a:ea typeface="Times New Roman"/>
                <a:cs typeface="Times New Roman"/>
                <a:sym typeface="Times New Roman"/>
              </a:rPr>
              <a:t> Johnson II, Dr. Wing Chan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000"/>
              <a:buFont typeface="Arial"/>
              <a:buNone/>
            </a:pPr>
            <a:r>
              <a:t/>
            </a:r>
            <a:endParaRPr b="0" baseline="30000" i="0" sz="4000" u="none" cap="none" strike="noStrike">
              <a:solidFill>
                <a:srgbClr val="FFFFFF"/>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FFFFFF"/>
              </a:buClr>
              <a:buSzPts val="4000"/>
              <a:buFont typeface="Times New Roman"/>
              <a:buNone/>
            </a:pPr>
            <a:r>
              <a:rPr b="0" i="0" lang="en-US" sz="4000" u="none" cap="none" strike="noStrike">
                <a:solidFill>
                  <a:srgbClr val="FFFFFF"/>
                </a:solidFill>
                <a:latin typeface="Times New Roman"/>
                <a:ea typeface="Times New Roman"/>
                <a:cs typeface="Times New Roman"/>
                <a:sym typeface="Times New Roman"/>
              </a:rPr>
              <a:t>Alabama Agricultural &amp; Mechanical University </a:t>
            </a:r>
            <a:endParaRPr b="0" i="0" sz="1400" u="none" cap="none" strike="noStrike">
              <a:solidFill>
                <a:srgbClr val="000000"/>
              </a:solidFill>
              <a:latin typeface="Arial"/>
              <a:ea typeface="Arial"/>
              <a:cs typeface="Arial"/>
              <a:sym typeface="Arial"/>
            </a:endParaRPr>
          </a:p>
        </p:txBody>
      </p:sp>
      <p:sp>
        <p:nvSpPr>
          <p:cNvPr id="82" name="Google Shape;82;p11"/>
          <p:cNvSpPr txBox="1"/>
          <p:nvPr/>
        </p:nvSpPr>
        <p:spPr>
          <a:xfrm>
            <a:off x="255587" y="5089525"/>
            <a:ext cx="10817225" cy="887412"/>
          </a:xfrm>
          <a:prstGeom prst="rect">
            <a:avLst/>
          </a:prstGeom>
          <a:solidFill>
            <a:srgbClr val="B40000"/>
          </a:solidFill>
          <a:ln cap="flat" cmpd="sng" w="9525">
            <a:solidFill>
              <a:schemeClr val="dk1"/>
            </a:solidFill>
            <a:prstDash val="solid"/>
            <a:miter lim="800000"/>
            <a:headEnd len="sm" w="sm" type="none"/>
            <a:tailEnd len="sm" w="sm" type="none"/>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FFFFFF"/>
              </a:buClr>
              <a:buSzPts val="3600"/>
              <a:buFont typeface="Times New Roman"/>
              <a:buNone/>
            </a:pPr>
            <a:r>
              <a:rPr b="1" i="0" lang="en-US" sz="3600" u="none" cap="none" strike="noStrike">
                <a:solidFill>
                  <a:srgbClr val="FFFFFF"/>
                </a:solidFill>
                <a:latin typeface="Times New Roman"/>
                <a:ea typeface="Times New Roman"/>
                <a:cs typeface="Times New Roman"/>
                <a:sym typeface="Times New Roman"/>
              </a:rPr>
              <a:t>ABSTRACT</a:t>
            </a:r>
            <a:endParaRPr b="0" i="0" sz="1400" u="none" cap="none" strike="noStrike">
              <a:solidFill>
                <a:srgbClr val="000000"/>
              </a:solidFill>
              <a:latin typeface="Arial"/>
              <a:ea typeface="Arial"/>
              <a:cs typeface="Arial"/>
              <a:sym typeface="Arial"/>
            </a:endParaRPr>
          </a:p>
        </p:txBody>
      </p:sp>
      <p:sp>
        <p:nvSpPr>
          <p:cNvPr id="83" name="Google Shape;83;p11"/>
          <p:cNvSpPr txBox="1"/>
          <p:nvPr/>
        </p:nvSpPr>
        <p:spPr>
          <a:xfrm>
            <a:off x="32819975" y="17297400"/>
            <a:ext cx="10807700" cy="885825"/>
          </a:xfrm>
          <a:prstGeom prst="rect">
            <a:avLst/>
          </a:prstGeom>
          <a:solidFill>
            <a:srgbClr val="B40000"/>
          </a:solidFill>
          <a:ln cap="flat" cmpd="sng" w="9525">
            <a:solidFill>
              <a:schemeClr val="dk1"/>
            </a:solidFill>
            <a:prstDash val="solid"/>
            <a:miter lim="800000"/>
            <a:headEnd len="sm" w="sm" type="none"/>
            <a:tailEnd len="sm" w="sm" type="none"/>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FFFFFF"/>
              </a:buClr>
              <a:buSzPts val="3600"/>
              <a:buFont typeface="Times New Roman"/>
              <a:buNone/>
            </a:pPr>
            <a:r>
              <a:rPr b="1" i="0" lang="en-US" sz="3600" u="none" cap="none" strike="noStrike">
                <a:solidFill>
                  <a:srgbClr val="FFFFFF"/>
                </a:solidFill>
                <a:latin typeface="Times New Roman"/>
                <a:ea typeface="Times New Roman"/>
                <a:cs typeface="Times New Roman"/>
                <a:sym typeface="Times New Roman"/>
              </a:rPr>
              <a:t>ACKNOWLEDGEMENTS</a:t>
            </a:r>
            <a:endParaRPr b="0" i="0" sz="1400" u="none" cap="none" strike="noStrike">
              <a:solidFill>
                <a:srgbClr val="000000"/>
              </a:solidFill>
              <a:latin typeface="Arial"/>
              <a:ea typeface="Arial"/>
              <a:cs typeface="Arial"/>
              <a:sym typeface="Arial"/>
            </a:endParaRPr>
          </a:p>
        </p:txBody>
      </p:sp>
      <p:sp>
        <p:nvSpPr>
          <p:cNvPr id="84" name="Google Shape;84;p11"/>
          <p:cNvSpPr txBox="1"/>
          <p:nvPr/>
        </p:nvSpPr>
        <p:spPr>
          <a:xfrm>
            <a:off x="0" y="0"/>
            <a:ext cx="438912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1"/>
          <p:cNvSpPr txBox="1"/>
          <p:nvPr/>
        </p:nvSpPr>
        <p:spPr>
          <a:xfrm>
            <a:off x="32819975" y="5060950"/>
            <a:ext cx="10807700" cy="885825"/>
          </a:xfrm>
          <a:prstGeom prst="rect">
            <a:avLst/>
          </a:prstGeom>
          <a:solidFill>
            <a:srgbClr val="B40000"/>
          </a:solidFill>
          <a:ln cap="flat" cmpd="sng" w="9525">
            <a:solidFill>
              <a:schemeClr val="dk1"/>
            </a:solidFill>
            <a:prstDash val="solid"/>
            <a:miter lim="800000"/>
            <a:headEnd len="sm" w="sm" type="none"/>
            <a:tailEnd len="sm" w="sm" type="none"/>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FFFFFF"/>
              </a:buClr>
              <a:buSzPts val="3600"/>
              <a:buFont typeface="Times New Roman"/>
              <a:buNone/>
            </a:pPr>
            <a:r>
              <a:rPr b="1" i="0" lang="en-US" sz="3600" u="none" cap="none" strike="noStrike">
                <a:solidFill>
                  <a:srgbClr val="FFFFFF"/>
                </a:solidFill>
                <a:latin typeface="Times New Roman"/>
                <a:ea typeface="Times New Roman"/>
                <a:cs typeface="Times New Roman"/>
                <a:sym typeface="Times New Roman"/>
              </a:rPr>
              <a:t>DISCUSSION</a:t>
            </a:r>
            <a:endParaRPr b="0" i="0" sz="1400" u="none" cap="none" strike="noStrike">
              <a:solidFill>
                <a:srgbClr val="000000"/>
              </a:solidFill>
              <a:latin typeface="Arial"/>
              <a:ea typeface="Arial"/>
              <a:cs typeface="Arial"/>
              <a:sym typeface="Arial"/>
            </a:endParaRPr>
          </a:p>
        </p:txBody>
      </p:sp>
      <p:sp>
        <p:nvSpPr>
          <p:cNvPr id="86" name="Google Shape;86;p11"/>
          <p:cNvSpPr txBox="1"/>
          <p:nvPr/>
        </p:nvSpPr>
        <p:spPr>
          <a:xfrm>
            <a:off x="39565262" y="31875412"/>
            <a:ext cx="4325937" cy="954087"/>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2800"/>
              <a:buFont typeface="Times New Roman"/>
              <a:buNone/>
            </a:pPr>
            <a:r>
              <a:rPr b="0" i="0" lang="en-US" sz="2800" u="none" cap="none" strike="noStrike">
                <a:solidFill>
                  <a:srgbClr val="FFFFFF"/>
                </a:solidFill>
                <a:latin typeface="Times New Roman"/>
                <a:ea typeface="Times New Roman"/>
                <a:cs typeface="Times New Roman"/>
                <a:sym typeface="Times New Roman"/>
              </a:rPr>
              <a:t>jjkjkkjknkjnknknknknknknknknknknknknk</a:t>
            </a:r>
            <a:endParaRPr b="0" i="0" sz="1400" u="none" cap="none" strike="noStrike">
              <a:solidFill>
                <a:srgbClr val="000000"/>
              </a:solidFill>
              <a:latin typeface="Arial"/>
              <a:ea typeface="Arial"/>
              <a:cs typeface="Arial"/>
              <a:sym typeface="Arial"/>
            </a:endParaRPr>
          </a:p>
        </p:txBody>
      </p:sp>
      <p:sp>
        <p:nvSpPr>
          <p:cNvPr id="87" name="Google Shape;87;p11"/>
          <p:cNvSpPr txBox="1"/>
          <p:nvPr/>
        </p:nvSpPr>
        <p:spPr>
          <a:xfrm>
            <a:off x="0" y="0"/>
            <a:ext cx="438912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1"/>
          <p:cNvSpPr txBox="1"/>
          <p:nvPr/>
        </p:nvSpPr>
        <p:spPr>
          <a:xfrm>
            <a:off x="11476037" y="5089525"/>
            <a:ext cx="21096287" cy="885825"/>
          </a:xfrm>
          <a:prstGeom prst="rect">
            <a:avLst/>
          </a:prstGeom>
          <a:solidFill>
            <a:srgbClr val="B40000"/>
          </a:solidFill>
          <a:ln cap="flat" cmpd="sng" w="9525">
            <a:solidFill>
              <a:schemeClr val="dk1"/>
            </a:solidFill>
            <a:prstDash val="solid"/>
            <a:miter lim="800000"/>
            <a:headEnd len="sm" w="sm" type="none"/>
            <a:tailEnd len="sm" w="sm" type="none"/>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FFFFFF"/>
              </a:buClr>
              <a:buSzPts val="3600"/>
              <a:buFont typeface="Times New Roman"/>
              <a:buNone/>
            </a:pPr>
            <a:r>
              <a:rPr b="1" i="0" lang="en-US" sz="3600" u="none" cap="none" strike="noStrike">
                <a:solidFill>
                  <a:srgbClr val="FFFFFF"/>
                </a:solidFill>
                <a:latin typeface="Times New Roman"/>
                <a:ea typeface="Times New Roman"/>
                <a:cs typeface="Times New Roman"/>
                <a:sym typeface="Times New Roman"/>
              </a:rPr>
              <a:t>MATERIALS</a:t>
            </a:r>
            <a:endParaRPr b="0" i="0" sz="1400" u="none" cap="none" strike="noStrike">
              <a:solidFill>
                <a:srgbClr val="000000"/>
              </a:solidFill>
              <a:latin typeface="Arial"/>
              <a:ea typeface="Arial"/>
              <a:cs typeface="Arial"/>
              <a:sym typeface="Arial"/>
            </a:endParaRPr>
          </a:p>
        </p:txBody>
      </p:sp>
      <p:sp>
        <p:nvSpPr>
          <p:cNvPr id="89" name="Google Shape;89;p11"/>
          <p:cNvSpPr txBox="1"/>
          <p:nvPr/>
        </p:nvSpPr>
        <p:spPr>
          <a:xfrm>
            <a:off x="214312" y="13269912"/>
            <a:ext cx="10815637" cy="885825"/>
          </a:xfrm>
          <a:prstGeom prst="rect">
            <a:avLst/>
          </a:prstGeom>
          <a:solidFill>
            <a:srgbClr val="B40000"/>
          </a:solidFill>
          <a:ln cap="flat" cmpd="sng" w="9525">
            <a:solidFill>
              <a:schemeClr val="dk1"/>
            </a:solidFill>
            <a:prstDash val="solid"/>
            <a:miter lim="800000"/>
            <a:headEnd len="sm" w="sm" type="none"/>
            <a:tailEnd len="sm" w="sm" type="none"/>
          </a:ln>
        </p:spPr>
        <p:txBody>
          <a:bodyPr anchorCtr="0" anchor="ctr" bIns="60950" lIns="121900" spcFirstLastPara="1" rIns="121900" wrap="square" tIns="60950">
            <a:noAutofit/>
          </a:bodyPr>
          <a:lstStyle/>
          <a:p>
            <a:pPr indent="0" lvl="0" marL="0" marR="0" rtl="0" algn="ctr">
              <a:lnSpc>
                <a:spcPct val="100000"/>
              </a:lnSpc>
              <a:spcBef>
                <a:spcPts val="0"/>
              </a:spcBef>
              <a:spcAft>
                <a:spcPts val="0"/>
              </a:spcAft>
              <a:buClr>
                <a:srgbClr val="FFFFFF"/>
              </a:buClr>
              <a:buSzPts val="3600"/>
              <a:buFont typeface="Times New Roman"/>
              <a:buNone/>
            </a:pPr>
            <a:r>
              <a:rPr b="1" i="0" lang="en-US" sz="3600" u="none" cap="none" strike="noStrike">
                <a:solidFill>
                  <a:srgbClr val="FFFFFF"/>
                </a:solidFill>
                <a:latin typeface="Times New Roman"/>
                <a:ea typeface="Times New Roman"/>
                <a:cs typeface="Times New Roman"/>
                <a:sym typeface="Times New Roman"/>
              </a:rPr>
              <a:t>INTRODUCTION</a:t>
            </a:r>
            <a:endParaRPr b="0" i="0" sz="1400" u="none" cap="none" strike="noStrike">
              <a:solidFill>
                <a:srgbClr val="000000"/>
              </a:solidFill>
              <a:latin typeface="Arial"/>
              <a:ea typeface="Arial"/>
              <a:cs typeface="Arial"/>
              <a:sym typeface="Arial"/>
            </a:endParaRPr>
          </a:p>
        </p:txBody>
      </p:sp>
      <p:sp>
        <p:nvSpPr>
          <p:cNvPr id="90" name="Google Shape;90;p11"/>
          <p:cNvSpPr txBox="1"/>
          <p:nvPr/>
        </p:nvSpPr>
        <p:spPr>
          <a:xfrm>
            <a:off x="33232725" y="24917400"/>
            <a:ext cx="9652000" cy="3213100"/>
          </a:xfrm>
          <a:prstGeom prst="rect">
            <a:avLst/>
          </a:prstGeom>
          <a:noFill/>
          <a:ln>
            <a:noFill/>
          </a:ln>
        </p:spPr>
        <p:txBody>
          <a:bodyPr anchorCtr="0" anchor="t" bIns="45700" lIns="91425" spcFirstLastPara="1" rIns="91425" wrap="square" tIns="45700">
            <a:noAutofit/>
          </a:bodyPr>
          <a:lstStyle/>
          <a:p>
            <a:pPr indent="0" lvl="0" marL="355600" marR="0" rtl="0" algn="l">
              <a:lnSpc>
                <a:spcPct val="115000"/>
              </a:lnSpc>
              <a:spcBef>
                <a:spcPts val="1200"/>
              </a:spcBef>
              <a:spcAft>
                <a:spcPts val="0"/>
              </a:spcAft>
              <a:buClr>
                <a:schemeClr val="dk1"/>
              </a:buClr>
              <a:buSzPts val="1100"/>
              <a:buFont typeface="Arial"/>
              <a:buNone/>
            </a:pPr>
            <a:r>
              <a:rPr b="0" i="1" lang="en-US" sz="3000" u="none" cap="none" strike="noStrike">
                <a:solidFill>
                  <a:schemeClr val="dk1"/>
                </a:solidFill>
                <a:latin typeface="Times New Roman"/>
                <a:ea typeface="Times New Roman"/>
                <a:cs typeface="Times New Roman"/>
                <a:sym typeface="Times New Roman"/>
              </a:rPr>
              <a:t>Driving Withthepaddleshifters - Honda</a:t>
            </a:r>
            <a:r>
              <a:rPr b="0" i="0" lang="en-US" sz="3000" u="none" cap="none" strike="noStrike">
                <a:solidFill>
                  <a:schemeClr val="dk1"/>
                </a:solidFill>
                <a:latin typeface="Times New Roman"/>
                <a:ea typeface="Times New Roman"/>
                <a:cs typeface="Times New Roman"/>
                <a:sym typeface="Times New Roman"/>
              </a:rPr>
              <a:t>. http://techinfo.honda.com/rjanisis/pubs/om/TK0707/TK0707O00299A.PDF. </a:t>
            </a:r>
            <a:endParaRPr b="0" i="0" sz="3000" u="none" cap="none" strike="noStrike">
              <a:solidFill>
                <a:schemeClr val="dk1"/>
              </a:solidFill>
              <a:latin typeface="Times New Roman"/>
              <a:ea typeface="Times New Roman"/>
              <a:cs typeface="Times New Roman"/>
              <a:sym typeface="Times New Roman"/>
            </a:endParaRPr>
          </a:p>
          <a:p>
            <a:pPr indent="0" lvl="0" marL="355600" marR="0" rtl="0" algn="l">
              <a:lnSpc>
                <a:spcPct val="115000"/>
              </a:lnSpc>
              <a:spcBef>
                <a:spcPts val="1200"/>
              </a:spcBef>
              <a:spcAft>
                <a:spcPts val="0"/>
              </a:spcAft>
              <a:buClr>
                <a:schemeClr val="dk1"/>
              </a:buClr>
              <a:buSzPts val="1100"/>
              <a:buFont typeface="Arial"/>
              <a:buNone/>
            </a:pPr>
            <a:r>
              <a:rPr b="0" i="0" lang="en-US" sz="3000" u="none" cap="none" strike="noStrike">
                <a:solidFill>
                  <a:schemeClr val="dk1"/>
                </a:solidFill>
                <a:latin typeface="Times New Roman"/>
                <a:ea typeface="Times New Roman"/>
                <a:cs typeface="Times New Roman"/>
                <a:sym typeface="Times New Roman"/>
              </a:rPr>
              <a:t>“Nano Screw Terminal Adapters.” </a:t>
            </a:r>
            <a:r>
              <a:rPr b="0" i="1" lang="en-US" sz="3000" u="none" cap="none" strike="noStrike">
                <a:solidFill>
                  <a:schemeClr val="dk1"/>
                </a:solidFill>
                <a:latin typeface="Times New Roman"/>
                <a:ea typeface="Times New Roman"/>
                <a:cs typeface="Times New Roman"/>
                <a:sym typeface="Times New Roman"/>
              </a:rPr>
              <a:t>Mouser</a:t>
            </a:r>
            <a:r>
              <a:rPr b="0" i="0" lang="en-US" sz="3000" u="none" cap="none" strike="noStrike">
                <a:solidFill>
                  <a:schemeClr val="dk1"/>
                </a:solidFill>
                <a:latin typeface="Times New Roman"/>
                <a:ea typeface="Times New Roman"/>
                <a:cs typeface="Times New Roman"/>
                <a:sym typeface="Times New Roman"/>
              </a:rPr>
              <a:t>, 19 Sept. 2022, https://www.mouser.com/new/arduino/arduino-nano-screw-terminal-adapters </a:t>
            </a:r>
            <a:endParaRPr b="0" i="0" sz="3000" u="none" cap="none" strike="noStrike">
              <a:solidFill>
                <a:schemeClr val="dk1"/>
              </a:solidFill>
              <a:latin typeface="Times New Roman"/>
              <a:ea typeface="Times New Roman"/>
              <a:cs typeface="Times New Roman"/>
              <a:sym typeface="Times New Roman"/>
            </a:endParaRPr>
          </a:p>
          <a:p>
            <a:pPr indent="0" lvl="0" marL="355600" marR="0" rtl="0" algn="l">
              <a:lnSpc>
                <a:spcPct val="115000"/>
              </a:lnSpc>
              <a:spcBef>
                <a:spcPts val="1200"/>
              </a:spcBef>
              <a:spcAft>
                <a:spcPts val="0"/>
              </a:spcAft>
              <a:buClr>
                <a:schemeClr val="dk1"/>
              </a:buClr>
              <a:buSzPts val="1100"/>
              <a:buFont typeface="Arial"/>
              <a:buNone/>
            </a:pPr>
            <a:r>
              <a:rPr b="0" i="0" lang="en-US" sz="3000" u="none" cap="none" strike="noStrike">
                <a:solidFill>
                  <a:schemeClr val="dk1"/>
                </a:solidFill>
                <a:latin typeface="Times New Roman"/>
                <a:ea typeface="Times New Roman"/>
                <a:cs typeface="Times New Roman"/>
                <a:sym typeface="Times New Roman"/>
              </a:rPr>
              <a:t>Sabhadiya, Jignesh. “What Is Servo Motor?- Definition, Working and Types.” </a:t>
            </a:r>
            <a:r>
              <a:rPr b="0" i="1" lang="en-US" sz="3000" u="none" cap="none" strike="noStrike">
                <a:solidFill>
                  <a:schemeClr val="dk1"/>
                </a:solidFill>
                <a:latin typeface="Times New Roman"/>
                <a:ea typeface="Times New Roman"/>
                <a:cs typeface="Times New Roman"/>
                <a:sym typeface="Times New Roman"/>
              </a:rPr>
              <a:t>Engineering Choice</a:t>
            </a:r>
            <a:r>
              <a:rPr b="0" i="0" lang="en-US" sz="3000" u="none" cap="none" strike="noStrike">
                <a:solidFill>
                  <a:schemeClr val="dk1"/>
                </a:solidFill>
                <a:latin typeface="Times New Roman"/>
                <a:ea typeface="Times New Roman"/>
                <a:cs typeface="Times New Roman"/>
                <a:sym typeface="Times New Roman"/>
              </a:rPr>
              <a:t>, 3 Apr. 2023, https://www.engineeringchoice.com/what-is-servo-motor/.</a:t>
            </a:r>
            <a:r>
              <a:rPr b="0" i="0" lang="en-US" sz="2800" u="none" cap="none" strike="noStrike">
                <a:solidFill>
                  <a:schemeClr val="dk1"/>
                </a:solidFill>
                <a:latin typeface="Times New Roman"/>
                <a:ea typeface="Times New Roman"/>
                <a:cs typeface="Times New Roman"/>
                <a:sym typeface="Times New Roman"/>
              </a:rPr>
              <a:t> </a:t>
            </a:r>
            <a:endParaRPr b="0" i="0" sz="2800" u="none" cap="none" strike="noStrike">
              <a:solidFill>
                <a:schemeClr val="dk1"/>
              </a:solidFill>
              <a:latin typeface="Times New Roman"/>
              <a:ea typeface="Times New Roman"/>
              <a:cs typeface="Times New Roman"/>
              <a:sym typeface="Times New Roman"/>
            </a:endParaRPr>
          </a:p>
          <a:p>
            <a:pPr indent="0" lvl="0" marL="355600" marR="0" rtl="0" algn="l">
              <a:lnSpc>
                <a:spcPct val="115000"/>
              </a:lnSpc>
              <a:spcBef>
                <a:spcPts val="120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800"/>
              <a:buFont typeface="Times New Roman"/>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91" name="Google Shape;91;p11"/>
          <p:cNvSpPr/>
          <p:nvPr/>
        </p:nvSpPr>
        <p:spPr>
          <a:xfrm>
            <a:off x="255587" y="4805362"/>
            <a:ext cx="10817225" cy="27870150"/>
          </a:xfrm>
          <a:prstGeom prst="roundRect">
            <a:avLst>
              <a:gd fmla="val 176" name="adj"/>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1"/>
          <p:cNvSpPr txBox="1"/>
          <p:nvPr/>
        </p:nvSpPr>
        <p:spPr>
          <a:xfrm>
            <a:off x="32802512" y="23877587"/>
            <a:ext cx="10818812" cy="885825"/>
          </a:xfrm>
          <a:prstGeom prst="rect">
            <a:avLst/>
          </a:prstGeom>
          <a:solidFill>
            <a:srgbClr val="B40000"/>
          </a:solidFill>
          <a:ln cap="flat" cmpd="sng" w="9525">
            <a:solidFill>
              <a:schemeClr val="dk1"/>
            </a:solidFill>
            <a:prstDash val="solid"/>
            <a:miter lim="800000"/>
            <a:headEnd len="sm" w="sm" type="none"/>
            <a:tailEnd len="sm" w="sm" type="none"/>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FFFFFF"/>
              </a:buClr>
              <a:buSzPts val="3600"/>
              <a:buFont typeface="Times New Roman"/>
              <a:buNone/>
            </a:pPr>
            <a:r>
              <a:rPr b="1" i="0" lang="en-US" sz="3600" u="none" cap="none" strike="noStrike">
                <a:solidFill>
                  <a:srgbClr val="FFFFFF"/>
                </a:solidFill>
                <a:latin typeface="Times New Roman"/>
                <a:ea typeface="Times New Roman"/>
                <a:cs typeface="Times New Roman"/>
                <a:sym typeface="Times New Roman"/>
              </a:rPr>
              <a:t>REFERENCES</a:t>
            </a:r>
            <a:endParaRPr b="0" i="0" sz="1400" u="none" cap="none" strike="noStrike">
              <a:solidFill>
                <a:srgbClr val="000000"/>
              </a:solidFill>
              <a:latin typeface="Arial"/>
              <a:ea typeface="Arial"/>
              <a:cs typeface="Arial"/>
              <a:sym typeface="Arial"/>
            </a:endParaRPr>
          </a:p>
        </p:txBody>
      </p:sp>
      <p:sp>
        <p:nvSpPr>
          <p:cNvPr id="93" name="Google Shape;93;p11"/>
          <p:cNvSpPr txBox="1"/>
          <p:nvPr/>
        </p:nvSpPr>
        <p:spPr>
          <a:xfrm>
            <a:off x="33150175" y="18435637"/>
            <a:ext cx="9978900" cy="5264100"/>
          </a:xfrm>
          <a:prstGeom prst="rect">
            <a:avLst/>
          </a:prstGeom>
          <a:noFill/>
          <a:ln>
            <a:noFill/>
          </a:ln>
        </p:spPr>
        <p:txBody>
          <a:bodyPr anchorCtr="0" anchor="ctr"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Times New Roman"/>
                <a:ea typeface="Times New Roman"/>
                <a:cs typeface="Times New Roman"/>
                <a:sym typeface="Times New Roman"/>
              </a:rPr>
              <a:t>Alabama A&amp;M University</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Times New Roman"/>
                <a:ea typeface="Times New Roman"/>
                <a:cs typeface="Times New Roman"/>
                <a:sym typeface="Times New Roman"/>
              </a:rPr>
              <a:t>Department of Physics</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457200" lvl="0" marL="457200" marR="0" rtl="0" algn="just">
              <a:lnSpc>
                <a:spcPct val="100000"/>
              </a:lnSpc>
              <a:spcBef>
                <a:spcPts val="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Mentor name(s) go here</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Times New Roman"/>
                <a:ea typeface="Times New Roman"/>
                <a:cs typeface="Times New Roman"/>
                <a:sym typeface="Times New Roman"/>
              </a:rPr>
              <a:t>Dr. Wing Chan</a:t>
            </a:r>
            <a:endParaRPr b="0" i="0" sz="1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Times New Roman"/>
                <a:ea typeface="Times New Roman"/>
                <a:cs typeface="Times New Roman"/>
                <a:sym typeface="Times New Roman"/>
              </a:rPr>
              <a:t>Cyntonia Carrol</a:t>
            </a:r>
            <a:endParaRPr b="0" i="0" sz="1400" u="none" cap="none" strike="noStrike">
              <a:solidFill>
                <a:srgbClr val="000000"/>
              </a:solidFill>
              <a:latin typeface="Arial"/>
              <a:ea typeface="Arial"/>
              <a:cs typeface="Arial"/>
              <a:sym typeface="Arial"/>
            </a:endParaRPr>
          </a:p>
          <a:p>
            <a:pPr indent="-279400" lvl="0" marL="457200" marR="0" rtl="0" algn="just">
              <a:lnSpc>
                <a:spcPct val="100000"/>
              </a:lnSpc>
              <a:spcBef>
                <a:spcPts val="0"/>
              </a:spcBef>
              <a:spcAft>
                <a:spcPts val="0"/>
              </a:spcAft>
              <a:buClr>
                <a:srgbClr val="000000"/>
              </a:buClr>
              <a:buSzPts val="2800"/>
              <a:buFont typeface="Noto Sans Symbols"/>
              <a:buNone/>
            </a:pPr>
            <a:r>
              <a:t/>
            </a:r>
            <a:endParaRPr b="0" i="0" sz="2800" u="none" cap="none" strike="noStrike">
              <a:solidFill>
                <a:srgbClr val="000000"/>
              </a:solidFill>
              <a:latin typeface="Times New Roman"/>
              <a:ea typeface="Times New Roman"/>
              <a:cs typeface="Times New Roman"/>
              <a:sym typeface="Times New Roman"/>
            </a:endParaRPr>
          </a:p>
          <a:p>
            <a:pPr indent="-457200" lvl="0" marL="457200" marR="0" rtl="0" algn="just">
              <a:lnSpc>
                <a:spcPct val="1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Times New Roman"/>
                <a:ea typeface="Times New Roman"/>
                <a:cs typeface="Times New Roman"/>
                <a:sym typeface="Times New Roman"/>
              </a:rPr>
              <a:t>This material is based upon work supported by the National Science Foundation Grant </a:t>
            </a:r>
            <a:endParaRPr b="0" i="0" sz="1400" u="none" cap="none" strike="noStrike">
              <a:solidFill>
                <a:srgbClr val="000000"/>
              </a:solidFill>
              <a:latin typeface="Arial"/>
              <a:ea typeface="Arial"/>
              <a:cs typeface="Arial"/>
              <a:sym typeface="Arial"/>
            </a:endParaRPr>
          </a:p>
          <a:p>
            <a:pPr indent="-279400" lvl="0" marL="457200" marR="0" rtl="0" algn="just">
              <a:lnSpc>
                <a:spcPct val="100000"/>
              </a:lnSpc>
              <a:spcBef>
                <a:spcPts val="0"/>
              </a:spcBef>
              <a:spcAft>
                <a:spcPts val="0"/>
              </a:spcAft>
              <a:buClr>
                <a:srgbClr val="000000"/>
              </a:buClr>
              <a:buSzPts val="2800"/>
              <a:buFont typeface="Noto Sans Symbols"/>
              <a:buNone/>
            </a:pPr>
            <a:r>
              <a:t/>
            </a:r>
            <a:endParaRPr b="0" i="0" sz="2800" u="none" cap="none" strike="noStrike">
              <a:solidFill>
                <a:srgbClr val="000000"/>
              </a:solidFill>
              <a:latin typeface="Times New Roman"/>
              <a:ea typeface="Times New Roman"/>
              <a:cs typeface="Times New Roman"/>
              <a:sym typeface="Times New Roman"/>
            </a:endParaRPr>
          </a:p>
          <a:p>
            <a:pPr indent="-457200" lvl="0" marL="457200" marR="0" rtl="0" algn="just">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94" name="Google Shape;94;p11"/>
          <p:cNvSpPr txBox="1"/>
          <p:nvPr/>
        </p:nvSpPr>
        <p:spPr>
          <a:xfrm>
            <a:off x="13792200" y="14782800"/>
            <a:ext cx="18415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1"/>
          <p:cNvSpPr txBox="1"/>
          <p:nvPr/>
        </p:nvSpPr>
        <p:spPr>
          <a:xfrm>
            <a:off x="381000" y="6084875"/>
            <a:ext cx="10355100" cy="7357500"/>
          </a:xfrm>
          <a:prstGeom prst="rect">
            <a:avLst/>
          </a:prstGeom>
          <a:noFill/>
          <a:ln>
            <a:noFill/>
          </a:ln>
        </p:spPr>
        <p:txBody>
          <a:bodyPr anchorCtr="0" anchor="ctr" bIns="45700" lIns="91425" spcFirstLastPara="1" rIns="91425" wrap="square" tIns="45700">
            <a:spAutoFit/>
          </a:bodyPr>
          <a:lstStyle/>
          <a:p>
            <a:pPr indent="457200" lvl="0" marL="0" marR="0" rtl="0" algn="just">
              <a:lnSpc>
                <a:spcPct val="100000"/>
              </a:lnSpc>
              <a:spcBef>
                <a:spcPts val="0"/>
              </a:spcBef>
              <a:spcAft>
                <a:spcPts val="0"/>
              </a:spcAft>
              <a:buClr>
                <a:schemeClr val="dk1"/>
              </a:buClr>
              <a:buSzPts val="1100"/>
              <a:buFont typeface="Arial"/>
              <a:buNone/>
            </a:pPr>
            <a:r>
              <a:rPr b="0" i="0" lang="en-US" sz="2500" u="none" cap="none" strike="noStrike">
                <a:solidFill>
                  <a:srgbClr val="000000"/>
                </a:solidFill>
                <a:latin typeface="Times New Roman"/>
                <a:ea typeface="Times New Roman"/>
                <a:cs typeface="Times New Roman"/>
                <a:sym typeface="Times New Roman"/>
              </a:rPr>
              <a:t>Traditional stick manual transmission shifting systems have proven to decrease Formula SAE drivers' controllability and acceleration time during cornering and braking. The deficiency yields grounds for a limited driver reaction time which can produce unwanted engine revs that require increased fuel consumption and potentially damage the transmission. Once a shift is needed, the driver is limited to completing this task with one hand on the steering wheel. The research examined how an electronic gear-shifting system can improve the response time required to initiate and complete a gear change in the vehicle transmission system. An observed elapsed time to complete a horizontal manual gear shift occurred between 1- 2 seconds; however, an ideal gear shift time to maximize engine efficiency is completed in less than 625 milliseconds. A modified Honda Acura paddle shifter is implemented onto the Formula SAE steering wheel to decrease the shift response time. Implementing the electronic gear shifter proved to be 33 times more efficient by decreasing the response time from 1 second to 30 milliseconds. Decreasing gear-shifting response timing yielded better engine revs that created ideal RPM levels. Achieving efficient and quick gear shifts maximize the ability to maintain the vehicle's momentum and decrease damaging engine components</a:t>
            </a:r>
            <a:r>
              <a:rPr b="0" i="0" lang="en-US" sz="2400" u="none" cap="none" strike="noStrike">
                <a:solidFill>
                  <a:srgbClr val="000000"/>
                </a:solidFill>
                <a:latin typeface="Times New Roman"/>
                <a:ea typeface="Times New Roman"/>
                <a:cs typeface="Times New Roman"/>
                <a:sym typeface="Times New Roman"/>
              </a:rPr>
              <a:t>.</a:t>
            </a:r>
            <a:endParaRPr b="0" i="0" sz="2400" u="none" cap="none" strike="noStrike">
              <a:solidFill>
                <a:srgbClr val="000000"/>
              </a:solidFill>
              <a:latin typeface="Times New Roman"/>
              <a:ea typeface="Times New Roman"/>
              <a:cs typeface="Times New Roman"/>
              <a:sym typeface="Times New Roman"/>
            </a:endParaRPr>
          </a:p>
          <a:p>
            <a:pPr indent="457200" lvl="0" marL="0" marR="0" rtl="0" algn="just">
              <a:lnSpc>
                <a:spcPct val="107000"/>
              </a:lnSpc>
              <a:spcBef>
                <a:spcPts val="0"/>
              </a:spcBef>
              <a:spcAft>
                <a:spcPts val="0"/>
              </a:spcAft>
              <a:buClr>
                <a:srgbClr val="000000"/>
              </a:buClr>
              <a:buSzPts val="2800"/>
              <a:buFont typeface="Times New Roman"/>
              <a:buNone/>
            </a:pPr>
            <a:r>
              <a:t/>
            </a:r>
            <a:endParaRPr b="0" i="0" sz="2200" u="none" cap="none" strike="noStrike">
              <a:solidFill>
                <a:srgbClr val="000000"/>
              </a:solidFill>
              <a:latin typeface="Times New Roman"/>
              <a:ea typeface="Times New Roman"/>
              <a:cs typeface="Times New Roman"/>
              <a:sym typeface="Times New Roman"/>
            </a:endParaRPr>
          </a:p>
        </p:txBody>
      </p:sp>
      <p:sp>
        <p:nvSpPr>
          <p:cNvPr id="96" name="Google Shape;96;p11"/>
          <p:cNvSpPr txBox="1"/>
          <p:nvPr/>
        </p:nvSpPr>
        <p:spPr>
          <a:xfrm>
            <a:off x="11430000" y="14685962"/>
            <a:ext cx="21142325" cy="858837"/>
          </a:xfrm>
          <a:prstGeom prst="rect">
            <a:avLst/>
          </a:prstGeom>
          <a:solidFill>
            <a:srgbClr val="B40000"/>
          </a:solidFill>
          <a:ln cap="flat" cmpd="sng" w="9525">
            <a:solidFill>
              <a:schemeClr val="dk1"/>
            </a:solidFill>
            <a:prstDash val="solid"/>
            <a:miter lim="800000"/>
            <a:headEnd len="sm" w="sm" type="none"/>
            <a:tailEnd len="sm" w="sm" type="none"/>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FFFFFF"/>
              </a:buClr>
              <a:buSzPts val="3600"/>
              <a:buFont typeface="Times New Roman"/>
              <a:buNone/>
            </a:pPr>
            <a:r>
              <a:rPr b="1" i="0" lang="en-US" sz="3600" u="none" cap="none" strike="noStrike">
                <a:solidFill>
                  <a:srgbClr val="FFFFFF"/>
                </a:solidFill>
                <a:latin typeface="Times New Roman"/>
                <a:ea typeface="Times New Roman"/>
                <a:cs typeface="Times New Roman"/>
                <a:sym typeface="Times New Roman"/>
              </a:rPr>
              <a:t>RESULTS</a:t>
            </a:r>
            <a:endParaRPr b="0" i="0" sz="1400" u="none" cap="none" strike="noStrike">
              <a:solidFill>
                <a:srgbClr val="000000"/>
              </a:solidFill>
              <a:latin typeface="Arial"/>
              <a:ea typeface="Arial"/>
              <a:cs typeface="Arial"/>
              <a:sym typeface="Arial"/>
            </a:endParaRPr>
          </a:p>
        </p:txBody>
      </p:sp>
      <p:sp>
        <p:nvSpPr>
          <p:cNvPr id="97" name="Google Shape;97;p11"/>
          <p:cNvSpPr txBox="1"/>
          <p:nvPr/>
        </p:nvSpPr>
        <p:spPr>
          <a:xfrm>
            <a:off x="23922037" y="8021637"/>
            <a:ext cx="4041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Times New Roman"/>
              <a:buNone/>
            </a:pPr>
            <a:r>
              <a:t/>
            </a:r>
            <a:endParaRPr b="0" i="0" sz="1400" u="none" cap="none" strike="noStrike">
              <a:solidFill>
                <a:srgbClr val="000000"/>
              </a:solidFill>
              <a:latin typeface="Arial"/>
              <a:ea typeface="Arial"/>
              <a:cs typeface="Arial"/>
              <a:sym typeface="Arial"/>
            </a:endParaRPr>
          </a:p>
        </p:txBody>
      </p:sp>
      <p:sp>
        <p:nvSpPr>
          <p:cNvPr descr="Image result for lab weight scale transparent" id="98" name="Google Shape;98;p11"/>
          <p:cNvSpPr txBox="1"/>
          <p:nvPr/>
        </p:nvSpPr>
        <p:spPr>
          <a:xfrm>
            <a:off x="141287"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1"/>
          <p:cNvSpPr txBox="1"/>
          <p:nvPr/>
        </p:nvSpPr>
        <p:spPr>
          <a:xfrm>
            <a:off x="444500" y="14431962"/>
            <a:ext cx="10355400" cy="8835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Times New Roman"/>
              <a:buNone/>
            </a:pPr>
            <a:r>
              <a:rPr b="0" i="0" lang="en-US" sz="3000" u="none" cap="none" strike="noStrike">
                <a:solidFill>
                  <a:srgbClr val="000000"/>
                </a:solidFill>
                <a:latin typeface="Times New Roman"/>
                <a:ea typeface="Times New Roman"/>
                <a:cs typeface="Times New Roman"/>
                <a:sym typeface="Times New Roman"/>
              </a:rPr>
              <a:t>    </a:t>
            </a:r>
            <a:endParaRPr b="0" i="0" sz="3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rPr b="0" i="0" lang="en-US" sz="3000" u="none" cap="none" strike="noStrike">
                <a:solidFill>
                  <a:schemeClr val="dk1"/>
                </a:solidFill>
                <a:latin typeface="Times New Roman"/>
                <a:ea typeface="Times New Roman"/>
                <a:cs typeface="Times New Roman"/>
                <a:sym typeface="Times New Roman"/>
              </a:rPr>
              <a:t>To maximize competition performance, FSAE vehicles need efficient gear-shifting systems. Manual stick gear shifting in a Formula Style vehicle creates unideal racing conditions threatening the engine and, most importantly, the driver's safety. Ineffective gear shifting leads to unwanted engine revs that decrease lap times due to deviation in acceleration points. Manual stick gear shifting requires the driver to constantly remove their hand from the steering wheel, significantly increasing the likelihood of driver fatigue and crashing. The team decided to utilize electrical energy to create a mechanical shift. An electronic paddle shifter system will be analyzed to determine if the gear-shifting system goals are achieved. An electronic paddle shifter would allow the driver to initiate the shifting of gears without removing their hand from the steering wheel. This assembly helps improve race performance by increasing the driver's ability to focus on the overall control of the vehicle while cornering or braking. </a:t>
            </a:r>
            <a:endParaRPr b="0" i="0" sz="3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00" name="Google Shape;100;p11"/>
          <p:cNvSpPr txBox="1"/>
          <p:nvPr/>
        </p:nvSpPr>
        <p:spPr>
          <a:xfrm>
            <a:off x="381000" y="25966737"/>
            <a:ext cx="10355400" cy="523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graphicFrame>
        <p:nvGraphicFramePr>
          <p:cNvPr id="101" name="Google Shape;101;p11"/>
          <p:cNvGraphicFramePr/>
          <p:nvPr/>
        </p:nvGraphicFramePr>
        <p:xfrm>
          <a:off x="731138" y="24256825"/>
          <a:ext cx="3000000" cy="3000000"/>
        </p:xfrm>
        <a:graphic>
          <a:graphicData uri="http://schemas.openxmlformats.org/drawingml/2006/table">
            <a:tbl>
              <a:tblPr>
                <a:noFill/>
                <a:tableStyleId>{1E22BD89-62C7-4583-A07C-B56AD76D5700}</a:tableStyleId>
              </a:tblPr>
              <a:tblGrid>
                <a:gridCol w="3602025"/>
                <a:gridCol w="2354250"/>
                <a:gridCol w="2017700"/>
              </a:tblGrid>
              <a:tr h="815975">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Item</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lang="en-US" sz="1800" u="none" cap="none" strike="noStrike">
                          <a:solidFill>
                            <a:srgbClr val="FFFFFF"/>
                          </a:solidFill>
                        </a:rPr>
                        <a:t>Quantity</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Total cost</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657225">
                <a:tc>
                  <a:txBody>
                    <a:bodyPr/>
                    <a:lstStyle/>
                    <a:p>
                      <a:pPr indent="0" lvl="0" marL="0" marR="0" rtl="0" algn="l">
                        <a:lnSpc>
                          <a:spcPct val="100000"/>
                        </a:lnSpc>
                        <a:spcBef>
                          <a:spcPts val="0"/>
                        </a:spcBef>
                        <a:spcAft>
                          <a:spcPts val="0"/>
                        </a:spcAft>
                        <a:buClr>
                          <a:srgbClr val="000000"/>
                        </a:buClr>
                        <a:buSzPts val="1800"/>
                        <a:buFont typeface="Arial"/>
                        <a:buNone/>
                      </a:pPr>
                      <a:r>
                        <a:rPr lang="en-US" sz="2400" u="none" cap="none" strike="noStrike"/>
                        <a:t>Honda Acura Shifters Sensor</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400" u="none" cap="none" strike="noStrike"/>
                        <a:t>1</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2400" u="none" cap="none" strike="noStrike">
                          <a:solidFill>
                            <a:srgbClr val="000000"/>
                          </a:solidFill>
                          <a:latin typeface="Arial"/>
                          <a:ea typeface="Arial"/>
                          <a:cs typeface="Arial"/>
                          <a:sym typeface="Arial"/>
                        </a:rPr>
                        <a:t>$</a:t>
                      </a:r>
                      <a:r>
                        <a:rPr lang="en-US" sz="2400" u="none" cap="none" strike="noStrike"/>
                        <a:t>100</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r>
              <a:tr h="1189025">
                <a:tc>
                  <a:txBody>
                    <a:bodyPr/>
                    <a:lstStyle/>
                    <a:p>
                      <a:pPr indent="0" lvl="0" marL="0" marR="0" rtl="0" algn="l">
                        <a:lnSpc>
                          <a:spcPct val="100000"/>
                        </a:lnSpc>
                        <a:spcBef>
                          <a:spcPts val="0"/>
                        </a:spcBef>
                        <a:spcAft>
                          <a:spcPts val="0"/>
                        </a:spcAft>
                        <a:buClr>
                          <a:srgbClr val="000000"/>
                        </a:buClr>
                        <a:buSzPts val="1800"/>
                        <a:buFont typeface="Arial"/>
                        <a:buNone/>
                      </a:pPr>
                      <a:r>
                        <a:rPr lang="en-US" sz="2400" u="none" cap="none" strike="noStrike"/>
                        <a:t>3D Printed Shifter Covers/Paddles</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400" u="none" cap="none" strike="noStrike"/>
                        <a:t>2</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2400" u="none" cap="none" strike="noStrike">
                          <a:solidFill>
                            <a:srgbClr val="000000"/>
                          </a:solidFill>
                          <a:latin typeface="Arial"/>
                          <a:ea typeface="Arial"/>
                          <a:cs typeface="Arial"/>
                          <a:sym typeface="Arial"/>
                        </a:rPr>
                        <a:t>$</a:t>
                      </a:r>
                      <a:r>
                        <a:rPr lang="en-US" sz="2400" u="none" cap="none" strike="noStrike"/>
                        <a:t>60 </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623875">
                <a:tc>
                  <a:txBody>
                    <a:bodyPr/>
                    <a:lstStyle/>
                    <a:p>
                      <a:pPr indent="0" lvl="0" marL="0" marR="0" rtl="0" algn="l">
                        <a:lnSpc>
                          <a:spcPct val="100000"/>
                        </a:lnSpc>
                        <a:spcBef>
                          <a:spcPts val="0"/>
                        </a:spcBef>
                        <a:spcAft>
                          <a:spcPts val="0"/>
                        </a:spcAft>
                        <a:buClr>
                          <a:srgbClr val="000000"/>
                        </a:buClr>
                        <a:buSzPts val="1800"/>
                        <a:buFont typeface="Arial"/>
                        <a:buNone/>
                      </a:pPr>
                      <a:r>
                        <a:rPr lang="en-US" sz="2400" u="none" cap="none" strike="noStrike"/>
                        <a:t>Paddle shifters mount</a:t>
                      </a:r>
                      <a:r>
                        <a:rPr b="0" i="0" lang="en-US" sz="2400" u="none" cap="none" strike="noStrike">
                          <a:solidFill>
                            <a:srgbClr val="000000"/>
                          </a:solidFill>
                          <a:latin typeface="Arial"/>
                          <a:ea typeface="Arial"/>
                          <a:cs typeface="Arial"/>
                          <a:sym typeface="Arial"/>
                        </a:rPr>
                        <a:t> </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2400" u="none" cap="none" strike="noStrike"/>
                        <a:t>1</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2400" u="none" cap="none" strike="noStrike">
                          <a:solidFill>
                            <a:srgbClr val="000000"/>
                          </a:solidFill>
                          <a:latin typeface="Arial"/>
                          <a:ea typeface="Arial"/>
                          <a:cs typeface="Arial"/>
                          <a:sym typeface="Arial"/>
                        </a:rPr>
                        <a:t>$</a:t>
                      </a:r>
                      <a:r>
                        <a:rPr lang="en-US" sz="2400" u="none" cap="none" strike="noStrike"/>
                        <a:t>40</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r>
              <a:tr h="8890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Arduino Nano </a:t>
                      </a:r>
                      <a:endParaRPr b="0" i="0" sz="2400" u="none" cap="none" strike="noStrike">
                        <a:solidFill>
                          <a:srgbClr val="000000"/>
                        </a:solidFill>
                        <a:latin typeface="Arial"/>
                        <a:ea typeface="Arial"/>
                        <a:cs typeface="Arial"/>
                        <a:sym typeface="Aria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1</a:t>
                      </a:r>
                      <a:endParaRPr i="0" sz="24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$30</a:t>
                      </a:r>
                      <a:endParaRPr i="0" sz="24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8890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Arduino Nano Terminal Adapter </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1</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$20</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8890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Servo Motor</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1</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$100</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8890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Gear shifter linkage</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1</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$40</a:t>
                      </a:r>
                      <a:endParaRPr sz="2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889000">
                <a:tc>
                  <a:txBody>
                    <a:bodyPr/>
                    <a:lstStyle/>
                    <a:p>
                      <a:pPr indent="0" lvl="0" marL="0" marR="0" rtl="0" algn="l">
                        <a:lnSpc>
                          <a:spcPct val="100000"/>
                        </a:lnSpc>
                        <a:spcBef>
                          <a:spcPts val="0"/>
                        </a:spcBef>
                        <a:spcAft>
                          <a:spcPts val="0"/>
                        </a:spcAft>
                        <a:buClr>
                          <a:srgbClr val="000000"/>
                        </a:buClr>
                        <a:buSzPts val="1400"/>
                        <a:buFont typeface="Arial"/>
                        <a:buNone/>
                      </a:pPr>
                      <a:r>
                        <a:t/>
                      </a:r>
                      <a:endParaRPr b="1" i="0" sz="24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2400" u="none" cap="none" strike="noStrike">
                          <a:solidFill>
                            <a:srgbClr val="000000"/>
                          </a:solidFill>
                        </a:rPr>
                        <a:t>Estimated Total</a:t>
                      </a:r>
                      <a:endParaRPr b="1" sz="2400" u="none" cap="none" strike="noStrike"/>
                    </a:p>
                    <a:p>
                      <a:pPr indent="0" lvl="0" marL="0" marR="0" rtl="0" algn="l">
                        <a:lnSpc>
                          <a:spcPct val="100000"/>
                        </a:lnSpc>
                        <a:spcBef>
                          <a:spcPts val="0"/>
                        </a:spcBef>
                        <a:spcAft>
                          <a:spcPts val="0"/>
                        </a:spcAft>
                        <a:buClr>
                          <a:srgbClr val="000000"/>
                        </a:buClr>
                        <a:buSzPts val="1800"/>
                        <a:buFont typeface="Arial"/>
                        <a:buNone/>
                      </a:pPr>
                      <a:r>
                        <a:t/>
                      </a:r>
                      <a:endParaRPr b="1" i="0" sz="2400" u="none" cap="none" strike="noStrike">
                        <a:solidFill>
                          <a:srgbClr val="000000"/>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i="0" lang="en-US" sz="2400" u="none" cap="none" strike="noStrike">
                          <a:solidFill>
                            <a:srgbClr val="000000"/>
                          </a:solidFill>
                        </a:rPr>
                        <a:t>$</a:t>
                      </a:r>
                      <a:r>
                        <a:rPr lang="en-US" sz="2400" u="none" cap="none" strike="noStrike"/>
                        <a:t>39</a:t>
                      </a:r>
                      <a:r>
                        <a:rPr i="0" lang="en-US" sz="2400" u="none" cap="none" strike="noStrike">
                          <a:solidFill>
                            <a:srgbClr val="000000"/>
                          </a:solidFill>
                        </a:rPr>
                        <a:t>0</a:t>
                      </a:r>
                      <a:endParaRPr sz="20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bl>
          </a:graphicData>
        </a:graphic>
      </p:graphicFrame>
      <p:sp>
        <p:nvSpPr>
          <p:cNvPr id="102" name="Google Shape;102;p11"/>
          <p:cNvSpPr txBox="1"/>
          <p:nvPr/>
        </p:nvSpPr>
        <p:spPr>
          <a:xfrm>
            <a:off x="731150" y="22955162"/>
            <a:ext cx="88980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imes New Roman"/>
              <a:buNone/>
            </a:pPr>
            <a:r>
              <a:rPr b="1" i="0" lang="en-US" sz="2400" u="none" cap="none" strike="noStrike">
                <a:solidFill>
                  <a:srgbClr val="000000"/>
                </a:solidFill>
                <a:latin typeface="Times New Roman"/>
                <a:ea typeface="Times New Roman"/>
                <a:cs typeface="Times New Roman"/>
                <a:sym typeface="Times New Roman"/>
              </a:rPr>
              <a:t>Table showing the average cost of paddle system designed by the team.  Currently, Formula style vehicle paddle attachments for the steering wheel alone can exceed $700. </a:t>
            </a:r>
            <a:endParaRPr b="0" i="0" sz="2000" u="none" cap="none" strike="noStrike">
              <a:solidFill>
                <a:srgbClr val="000000"/>
              </a:solidFill>
              <a:latin typeface="Arial"/>
              <a:ea typeface="Arial"/>
              <a:cs typeface="Arial"/>
              <a:sym typeface="Arial"/>
            </a:endParaRPr>
          </a:p>
        </p:txBody>
      </p:sp>
      <p:sp>
        <p:nvSpPr>
          <p:cNvPr id="103" name="Google Shape;103;p11"/>
          <p:cNvSpPr txBox="1"/>
          <p:nvPr/>
        </p:nvSpPr>
        <p:spPr>
          <a:xfrm>
            <a:off x="32963687" y="6084875"/>
            <a:ext cx="10190100" cy="108669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  </a:t>
            </a:r>
            <a:r>
              <a:rPr b="0" i="0" lang="en-US" sz="2800" u="none" cap="none" strike="noStrike">
                <a:solidFill>
                  <a:schemeClr val="dk1"/>
                </a:solidFill>
                <a:latin typeface="Times New Roman"/>
                <a:ea typeface="Times New Roman"/>
                <a:cs typeface="Times New Roman"/>
                <a:sym typeface="Times New Roman"/>
              </a:rPr>
              <a:t> Overall, paddle shifter systems can enhance the driving experience for those who enjoy more control over their vehicles. However, it is important for drivers to understand how to use the system correctly and safely, as incorrect use can cause damage to the vehicle or compromise safety. The fabricated prototype achieved the target functionality set by the </a:t>
            </a:r>
            <a:r>
              <a:rPr b="0" i="0" lang="en-US" sz="2800" u="none" cap="none" strike="noStrike">
                <a:solidFill>
                  <a:srgbClr val="000000"/>
                </a:solidFill>
                <a:latin typeface="Times New Roman"/>
                <a:ea typeface="Times New Roman"/>
                <a:cs typeface="Times New Roman"/>
                <a:sym typeface="Times New Roman"/>
              </a:rPr>
              <a:t>team. The Arduino Nano received and generated a mechanical shift in the desired time as determined by the team. The prototype provided ample opportunities to improve and expand upon Design Failure Mode and Analysis skills.  Future suggestions for system improvements should aim to improve the paddle response sensitivity. It was discovered that the left paddle response time was not as reliable as the team wanted. During initial testing, the paddle responded to 4 out of 10 shift attempts. It can be assumed the binary code used by the Arduino may be the source of error or improper installation of the paddle covers. Engineers would recommend a further root cause analysis to be conducted for system improvements and maintenance.  </a:t>
            </a:r>
            <a:endParaRPr b="0" i="0" sz="2800" u="none" cap="none" strike="noStrike">
              <a:solidFill>
                <a:srgbClr val="000000"/>
              </a:solidFill>
              <a:latin typeface="Times New Roman"/>
              <a:ea typeface="Times New Roman"/>
              <a:cs typeface="Times New Roman"/>
              <a:sym typeface="Times New Roman"/>
            </a:endParaRPr>
          </a:p>
        </p:txBody>
      </p:sp>
      <p:pic>
        <p:nvPicPr>
          <p:cNvPr id="104" name="Google Shape;104;p11"/>
          <p:cNvPicPr preferRelativeResize="0"/>
          <p:nvPr/>
        </p:nvPicPr>
        <p:blipFill rotWithShape="1">
          <a:blip r:embed="rId4">
            <a:alphaModFix/>
          </a:blip>
          <a:srcRect b="0" l="0" r="0" t="0"/>
          <a:stretch/>
        </p:blipFill>
        <p:spPr>
          <a:xfrm>
            <a:off x="446075" y="689945"/>
            <a:ext cx="2879725" cy="3389855"/>
          </a:xfrm>
          <a:prstGeom prst="rect">
            <a:avLst/>
          </a:prstGeom>
          <a:noFill/>
          <a:ln>
            <a:noFill/>
          </a:ln>
        </p:spPr>
      </p:pic>
      <p:pic>
        <p:nvPicPr>
          <p:cNvPr id="105" name="Google Shape;105;p11"/>
          <p:cNvPicPr preferRelativeResize="0"/>
          <p:nvPr/>
        </p:nvPicPr>
        <p:blipFill rotWithShape="1">
          <a:blip r:embed="rId5">
            <a:alphaModFix/>
          </a:blip>
          <a:srcRect b="22203" l="-1892" r="-3869" t="28966"/>
          <a:stretch/>
        </p:blipFill>
        <p:spPr>
          <a:xfrm>
            <a:off x="11415850" y="6644392"/>
            <a:ext cx="5102796" cy="3062277"/>
          </a:xfrm>
          <a:prstGeom prst="rect">
            <a:avLst/>
          </a:prstGeom>
          <a:noFill/>
          <a:ln>
            <a:noFill/>
          </a:ln>
        </p:spPr>
      </p:pic>
      <p:pic>
        <p:nvPicPr>
          <p:cNvPr id="106" name="Google Shape;106;p11"/>
          <p:cNvPicPr preferRelativeResize="0"/>
          <p:nvPr/>
        </p:nvPicPr>
        <p:blipFill rotWithShape="1">
          <a:blip r:embed="rId6">
            <a:alphaModFix/>
          </a:blip>
          <a:srcRect b="22386" l="33494" r="25228" t="22568"/>
          <a:stretch/>
        </p:blipFill>
        <p:spPr>
          <a:xfrm>
            <a:off x="16707625" y="8697888"/>
            <a:ext cx="3318374" cy="5899986"/>
          </a:xfrm>
          <a:prstGeom prst="rect">
            <a:avLst/>
          </a:prstGeom>
          <a:noFill/>
          <a:ln>
            <a:noFill/>
          </a:ln>
        </p:spPr>
      </p:pic>
      <p:pic>
        <p:nvPicPr>
          <p:cNvPr id="107" name="Google Shape;107;p11"/>
          <p:cNvPicPr preferRelativeResize="0"/>
          <p:nvPr/>
        </p:nvPicPr>
        <p:blipFill rotWithShape="1">
          <a:blip r:embed="rId7">
            <a:alphaModFix/>
          </a:blip>
          <a:srcRect b="21022" l="22663" r="21111" t="24935"/>
          <a:stretch/>
        </p:blipFill>
        <p:spPr>
          <a:xfrm>
            <a:off x="20398875" y="6464299"/>
            <a:ext cx="3863708" cy="4951552"/>
          </a:xfrm>
          <a:prstGeom prst="rect">
            <a:avLst/>
          </a:prstGeom>
          <a:noFill/>
          <a:ln>
            <a:noFill/>
          </a:ln>
        </p:spPr>
      </p:pic>
      <p:pic>
        <p:nvPicPr>
          <p:cNvPr id="108" name="Google Shape;108;p11"/>
          <p:cNvPicPr preferRelativeResize="0"/>
          <p:nvPr/>
        </p:nvPicPr>
        <p:blipFill rotWithShape="1">
          <a:blip r:embed="rId8">
            <a:alphaModFix/>
          </a:blip>
          <a:srcRect b="0" l="13224" r="23744" t="15123"/>
          <a:stretch/>
        </p:blipFill>
        <p:spPr>
          <a:xfrm rot="-5400000">
            <a:off x="24490800" y="9444626"/>
            <a:ext cx="4801674" cy="4849098"/>
          </a:xfrm>
          <a:prstGeom prst="rect">
            <a:avLst/>
          </a:prstGeom>
          <a:noFill/>
          <a:ln>
            <a:noFill/>
          </a:ln>
        </p:spPr>
      </p:pic>
      <p:pic>
        <p:nvPicPr>
          <p:cNvPr id="109" name="Google Shape;109;p11"/>
          <p:cNvPicPr preferRelativeResize="0"/>
          <p:nvPr/>
        </p:nvPicPr>
        <p:blipFill rotWithShape="1">
          <a:blip r:embed="rId9">
            <a:alphaModFix/>
          </a:blip>
          <a:srcRect b="8652" l="26033" r="26128" t="18193"/>
          <a:stretch/>
        </p:blipFill>
        <p:spPr>
          <a:xfrm>
            <a:off x="29466288" y="6084887"/>
            <a:ext cx="3192438" cy="5899976"/>
          </a:xfrm>
          <a:prstGeom prst="rect">
            <a:avLst/>
          </a:prstGeom>
          <a:noFill/>
          <a:ln>
            <a:noFill/>
          </a:ln>
        </p:spPr>
      </p:pic>
      <p:pic>
        <p:nvPicPr>
          <p:cNvPr id="110" name="Google Shape;110;p11"/>
          <p:cNvPicPr preferRelativeResize="0"/>
          <p:nvPr/>
        </p:nvPicPr>
        <p:blipFill rotWithShape="1">
          <a:blip r:embed="rId10">
            <a:alphaModFix/>
          </a:blip>
          <a:srcRect b="0" l="0" r="0" t="0"/>
          <a:stretch/>
        </p:blipFill>
        <p:spPr>
          <a:xfrm>
            <a:off x="11476025" y="24031717"/>
            <a:ext cx="6413499" cy="8551332"/>
          </a:xfrm>
          <a:prstGeom prst="rect">
            <a:avLst/>
          </a:prstGeom>
          <a:noFill/>
          <a:ln>
            <a:noFill/>
          </a:ln>
        </p:spPr>
      </p:pic>
      <p:pic>
        <p:nvPicPr>
          <p:cNvPr id="111" name="Google Shape;111;p11"/>
          <p:cNvPicPr preferRelativeResize="0"/>
          <p:nvPr/>
        </p:nvPicPr>
        <p:blipFill rotWithShape="1">
          <a:blip r:embed="rId11">
            <a:alphaModFix/>
          </a:blip>
          <a:srcRect b="0" l="0" r="0" t="0"/>
          <a:stretch/>
        </p:blipFill>
        <p:spPr>
          <a:xfrm>
            <a:off x="11430163" y="15632875"/>
            <a:ext cx="6147456" cy="8196577"/>
          </a:xfrm>
          <a:prstGeom prst="rect">
            <a:avLst/>
          </a:prstGeom>
          <a:noFill/>
          <a:ln>
            <a:noFill/>
          </a:ln>
        </p:spPr>
      </p:pic>
      <p:sp>
        <p:nvSpPr>
          <p:cNvPr id="112" name="Google Shape;112;p11"/>
          <p:cNvSpPr txBox="1"/>
          <p:nvPr/>
        </p:nvSpPr>
        <p:spPr>
          <a:xfrm>
            <a:off x="11697000" y="10110850"/>
            <a:ext cx="3972300" cy="267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chemeClr val="dk1"/>
                </a:solidFill>
                <a:latin typeface="Times New Roman"/>
                <a:ea typeface="Times New Roman"/>
                <a:cs typeface="Times New Roman"/>
                <a:sym typeface="Times New Roman"/>
              </a:rPr>
              <a:t>Honda Acura Paddle Shifters</a:t>
            </a:r>
            <a:r>
              <a:rPr b="0" i="0" lang="en-US" sz="2700" u="none" cap="none" strike="noStrike">
                <a:solidFill>
                  <a:schemeClr val="dk1"/>
                </a:solidFill>
                <a:latin typeface="Times New Roman"/>
                <a:ea typeface="Times New Roman"/>
                <a:cs typeface="Times New Roman"/>
                <a:sym typeface="Times New Roman"/>
              </a:rPr>
              <a:t> (above): Buttons located behind the steering wheel that allows the driver to manually shift into gears</a:t>
            </a:r>
            <a:endParaRPr b="0" i="0" sz="2700" u="none" cap="none" strike="noStrike">
              <a:solidFill>
                <a:schemeClr val="dk1"/>
              </a:solidFill>
              <a:latin typeface="Times New Roman"/>
              <a:ea typeface="Times New Roman"/>
              <a:cs typeface="Times New Roman"/>
              <a:sym typeface="Times New Roman"/>
            </a:endParaRPr>
          </a:p>
        </p:txBody>
      </p:sp>
      <p:sp>
        <p:nvSpPr>
          <p:cNvPr id="113" name="Google Shape;113;p11"/>
          <p:cNvSpPr txBox="1"/>
          <p:nvPr/>
        </p:nvSpPr>
        <p:spPr>
          <a:xfrm>
            <a:off x="16704663" y="6297525"/>
            <a:ext cx="33243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000000"/>
                </a:solidFill>
                <a:latin typeface="Times New Roman"/>
                <a:ea typeface="Times New Roman"/>
                <a:cs typeface="Times New Roman"/>
                <a:sym typeface="Times New Roman"/>
              </a:rPr>
              <a:t>Arduino Nano</a:t>
            </a:r>
            <a:r>
              <a:rPr b="0" i="0" lang="en-US" sz="2500" u="none" cap="none" strike="noStrike">
                <a:solidFill>
                  <a:srgbClr val="000000"/>
                </a:solidFill>
                <a:latin typeface="Times New Roman"/>
                <a:ea typeface="Times New Roman"/>
                <a:cs typeface="Times New Roman"/>
                <a:sym typeface="Times New Roman"/>
              </a:rPr>
              <a:t> (below): Microcontroller board used to process inputs and distribute the programmed outputs </a:t>
            </a:r>
            <a:r>
              <a:rPr b="0" i="0" lang="en-US" sz="2400" u="none" cap="none" strike="noStrike">
                <a:solidFill>
                  <a:srgbClr val="000000"/>
                </a:solidFill>
                <a:latin typeface="Times New Roman"/>
                <a:ea typeface="Times New Roman"/>
                <a:cs typeface="Times New Roman"/>
                <a:sym typeface="Times New Roman"/>
              </a:rPr>
              <a:t> </a:t>
            </a:r>
            <a:endParaRPr b="0" i="0" sz="2400" u="none" cap="none" strike="noStrike">
              <a:solidFill>
                <a:srgbClr val="000000"/>
              </a:solidFill>
              <a:latin typeface="Times New Roman"/>
              <a:ea typeface="Times New Roman"/>
              <a:cs typeface="Times New Roman"/>
              <a:sym typeface="Times New Roman"/>
            </a:endParaRPr>
          </a:p>
        </p:txBody>
      </p:sp>
      <p:sp>
        <p:nvSpPr>
          <p:cNvPr id="114" name="Google Shape;114;p11"/>
          <p:cNvSpPr txBox="1"/>
          <p:nvPr/>
        </p:nvSpPr>
        <p:spPr>
          <a:xfrm>
            <a:off x="20359750" y="11784250"/>
            <a:ext cx="3863700" cy="249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000000"/>
                </a:solidFill>
                <a:latin typeface="Times New Roman"/>
                <a:ea typeface="Times New Roman"/>
                <a:cs typeface="Times New Roman"/>
                <a:sym typeface="Times New Roman"/>
              </a:rPr>
              <a:t>Arduino Nano Terminal Adapter</a:t>
            </a:r>
            <a:r>
              <a:rPr b="0" i="0" lang="en-US" sz="2500" u="none" cap="none" strike="noStrike">
                <a:solidFill>
                  <a:srgbClr val="000000"/>
                </a:solidFill>
                <a:latin typeface="Times New Roman"/>
                <a:ea typeface="Times New Roman"/>
                <a:cs typeface="Times New Roman"/>
                <a:sym typeface="Times New Roman"/>
              </a:rPr>
              <a:t> (above): Allows for </a:t>
            </a:r>
            <a:r>
              <a:rPr b="0" i="0" lang="en-US" sz="2500" u="none" cap="none" strike="noStrike">
                <a:solidFill>
                  <a:schemeClr val="dk1"/>
                </a:solidFill>
                <a:latin typeface="Times New Roman"/>
                <a:ea typeface="Times New Roman"/>
                <a:cs typeface="Times New Roman"/>
                <a:sym typeface="Times New Roman"/>
              </a:rPr>
              <a:t>maintenance of the</a:t>
            </a:r>
            <a:r>
              <a:rPr b="0" i="0" lang="en-US" sz="2500" u="none" cap="none" strike="noStrike">
                <a:solidFill>
                  <a:srgbClr val="000000"/>
                </a:solidFill>
                <a:latin typeface="Times New Roman"/>
                <a:ea typeface="Times New Roman"/>
                <a:cs typeface="Times New Roman"/>
                <a:sym typeface="Times New Roman"/>
              </a:rPr>
              <a:t> microcontroller board without detaching external wiring of the prototype</a:t>
            </a:r>
            <a:endParaRPr b="0" i="0" sz="2500" u="none" cap="none" strike="noStrike">
              <a:solidFill>
                <a:srgbClr val="000000"/>
              </a:solidFill>
              <a:latin typeface="Times New Roman"/>
              <a:ea typeface="Times New Roman"/>
              <a:cs typeface="Times New Roman"/>
              <a:sym typeface="Times New Roman"/>
            </a:endParaRPr>
          </a:p>
        </p:txBody>
      </p:sp>
      <p:sp>
        <p:nvSpPr>
          <p:cNvPr id="115" name="Google Shape;115;p11"/>
          <p:cNvSpPr txBox="1"/>
          <p:nvPr/>
        </p:nvSpPr>
        <p:spPr>
          <a:xfrm>
            <a:off x="24728638" y="6829050"/>
            <a:ext cx="4326000" cy="178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Times New Roman"/>
                <a:ea typeface="Times New Roman"/>
                <a:cs typeface="Times New Roman"/>
                <a:sym typeface="Times New Roman"/>
              </a:rPr>
              <a:t>Servo Motor</a:t>
            </a:r>
            <a:r>
              <a:rPr b="0" i="0" lang="en-US" sz="2600" u="none" cap="none" strike="noStrike">
                <a:solidFill>
                  <a:srgbClr val="000000"/>
                </a:solidFill>
                <a:latin typeface="Times New Roman"/>
                <a:ea typeface="Times New Roman"/>
                <a:cs typeface="Times New Roman"/>
                <a:sym typeface="Times New Roman"/>
              </a:rPr>
              <a:t> (below): </a:t>
            </a:r>
            <a:r>
              <a:rPr b="0" i="0" lang="en-US" sz="2600" u="none" cap="none" strike="noStrike">
                <a:solidFill>
                  <a:srgbClr val="111111"/>
                </a:solidFill>
                <a:highlight>
                  <a:srgbClr val="FFFFFF"/>
                </a:highlight>
                <a:latin typeface="Times New Roman"/>
                <a:ea typeface="Times New Roman"/>
                <a:cs typeface="Times New Roman"/>
                <a:sym typeface="Times New Roman"/>
              </a:rPr>
              <a:t>a device that can rotate or push parts of a machine with precision</a:t>
            </a:r>
            <a:endParaRPr b="0" i="0" sz="2600" u="none" cap="none" strike="noStrike">
              <a:solidFill>
                <a:srgbClr val="000000"/>
              </a:solidFill>
              <a:latin typeface="Times New Roman"/>
              <a:ea typeface="Times New Roman"/>
              <a:cs typeface="Times New Roman"/>
              <a:sym typeface="Times New Roman"/>
            </a:endParaRPr>
          </a:p>
        </p:txBody>
      </p:sp>
      <p:sp>
        <p:nvSpPr>
          <p:cNvPr id="116" name="Google Shape;116;p11"/>
          <p:cNvSpPr txBox="1"/>
          <p:nvPr/>
        </p:nvSpPr>
        <p:spPr>
          <a:xfrm>
            <a:off x="29466363" y="12134813"/>
            <a:ext cx="3192300" cy="249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000000"/>
                </a:solidFill>
                <a:latin typeface="Times New Roman"/>
                <a:ea typeface="Times New Roman"/>
                <a:cs typeface="Times New Roman"/>
                <a:sym typeface="Times New Roman"/>
              </a:rPr>
              <a:t>Gear shifting Rod</a:t>
            </a:r>
            <a:r>
              <a:rPr b="0" i="0" lang="en-US" sz="2500" u="none" cap="none" strike="noStrike">
                <a:solidFill>
                  <a:srgbClr val="000000"/>
                </a:solidFill>
                <a:latin typeface="Times New Roman"/>
                <a:ea typeface="Times New Roman"/>
                <a:cs typeface="Times New Roman"/>
                <a:sym typeface="Times New Roman"/>
              </a:rPr>
              <a:t> (above): System of metal rods that connect to the transmission shifter to produce a change of gears</a:t>
            </a:r>
            <a:endParaRPr b="0" i="0" sz="2500" u="none" cap="none" strike="noStrike">
              <a:solidFill>
                <a:srgbClr val="000000"/>
              </a:solidFill>
              <a:latin typeface="Times New Roman"/>
              <a:ea typeface="Times New Roman"/>
              <a:cs typeface="Times New Roman"/>
              <a:sym typeface="Times New Roman"/>
            </a:endParaRPr>
          </a:p>
        </p:txBody>
      </p:sp>
      <p:graphicFrame>
        <p:nvGraphicFramePr>
          <p:cNvPr id="117" name="Google Shape;117;p11"/>
          <p:cNvGraphicFramePr/>
          <p:nvPr/>
        </p:nvGraphicFramePr>
        <p:xfrm>
          <a:off x="18207875" y="15960713"/>
          <a:ext cx="3000000" cy="3000000"/>
        </p:xfrm>
        <a:graphic>
          <a:graphicData uri="http://schemas.openxmlformats.org/drawingml/2006/table">
            <a:tbl>
              <a:tblPr>
                <a:noFill/>
                <a:tableStyleId>{1D1A0219-F014-48EE-9A91-FBE196728FE6}</a:tableStyleId>
              </a:tblPr>
              <a:tblGrid>
                <a:gridCol w="7146875"/>
                <a:gridCol w="7146875"/>
              </a:tblGrid>
              <a:tr h="1454725">
                <a:tc>
                  <a:txBody>
                    <a:bodyPr/>
                    <a:lstStyle/>
                    <a:p>
                      <a:pPr indent="0" lvl="0" marL="0" marR="0" rtl="0" algn="ctr">
                        <a:lnSpc>
                          <a:spcPct val="100000"/>
                        </a:lnSpc>
                        <a:spcBef>
                          <a:spcPts val="0"/>
                        </a:spcBef>
                        <a:spcAft>
                          <a:spcPts val="0"/>
                        </a:spcAft>
                        <a:buClr>
                          <a:srgbClr val="000000"/>
                        </a:buClr>
                        <a:buSzPts val="4600"/>
                        <a:buFont typeface="Arial"/>
                        <a:buNone/>
                      </a:pPr>
                      <a:r>
                        <a:rPr b="1" lang="en-US" sz="4600" u="none" cap="none" strike="noStrike">
                          <a:latin typeface="Times New Roman"/>
                          <a:ea typeface="Times New Roman"/>
                          <a:cs typeface="Times New Roman"/>
                          <a:sym typeface="Times New Roman"/>
                        </a:rPr>
                        <a:t>Order of System Processes</a:t>
                      </a:r>
                      <a:endParaRPr b="1" sz="46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4600"/>
                        <a:buFont typeface="Arial"/>
                        <a:buNone/>
                      </a:pPr>
                      <a:r>
                        <a:rPr b="1" lang="en-US" sz="4600" u="none" cap="none" strike="noStrike">
                          <a:latin typeface="Times New Roman"/>
                          <a:ea typeface="Times New Roman"/>
                          <a:cs typeface="Times New Roman"/>
                          <a:sym typeface="Times New Roman"/>
                        </a:rPr>
                        <a:t>Responsive Action</a:t>
                      </a:r>
                      <a:endParaRPr b="1" sz="4600" u="none" cap="none" strike="noStrike">
                        <a:latin typeface="Times New Roman"/>
                        <a:ea typeface="Times New Roman"/>
                        <a:cs typeface="Times New Roman"/>
                        <a:sym typeface="Times New Roman"/>
                      </a:endParaRPr>
                    </a:p>
                  </a:txBody>
                  <a:tcPr marT="91425" marB="91425" marR="91425" marL="91425"/>
                </a:tc>
              </a:tr>
              <a:tr h="1454725">
                <a:tc>
                  <a:txBody>
                    <a:bodyPr/>
                    <a:lstStyle/>
                    <a:p>
                      <a:pPr indent="0" lvl="0" marL="0" marR="0" rtl="0" algn="l">
                        <a:lnSpc>
                          <a:spcPct val="100000"/>
                        </a:lnSpc>
                        <a:spcBef>
                          <a:spcPts val="0"/>
                        </a:spcBef>
                        <a:spcAft>
                          <a:spcPts val="0"/>
                        </a:spcAft>
                        <a:buClr>
                          <a:srgbClr val="000000"/>
                        </a:buClr>
                        <a:buSzPts val="3200"/>
                        <a:buFont typeface="Arial"/>
                        <a:buNone/>
                      </a:pPr>
                      <a:r>
                        <a:rPr lang="en-US" sz="3200" u="none" cap="none" strike="noStrike">
                          <a:latin typeface="Times New Roman"/>
                          <a:ea typeface="Times New Roman"/>
                          <a:cs typeface="Times New Roman"/>
                          <a:sym typeface="Times New Roman"/>
                        </a:rPr>
                        <a:t>Process #1</a:t>
                      </a:r>
                      <a:endParaRPr sz="32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3200"/>
                        <a:buFont typeface="Arial"/>
                        <a:buNone/>
                      </a:pPr>
                      <a:r>
                        <a:rPr lang="en-US" sz="3200" u="none" cap="none" strike="noStrike">
                          <a:latin typeface="Times New Roman"/>
                          <a:ea typeface="Times New Roman"/>
                          <a:cs typeface="Times New Roman"/>
                          <a:sym typeface="Times New Roman"/>
                        </a:rPr>
                        <a:t>The driver applies a force to the left or right 3D printed paddle covers</a:t>
                      </a:r>
                      <a:endParaRPr sz="3200" u="none" cap="none" strike="noStrike">
                        <a:latin typeface="Times New Roman"/>
                        <a:ea typeface="Times New Roman"/>
                        <a:cs typeface="Times New Roman"/>
                        <a:sym typeface="Times New Roman"/>
                      </a:endParaRPr>
                    </a:p>
                  </a:txBody>
                  <a:tcPr marT="91425" marB="91425" marR="91425" marL="91425"/>
                </a:tc>
              </a:tr>
              <a:tr h="1454725">
                <a:tc>
                  <a:txBody>
                    <a:bodyPr/>
                    <a:lstStyle/>
                    <a:p>
                      <a:pPr indent="0" lvl="0" marL="0" marR="0" rtl="0" algn="l">
                        <a:lnSpc>
                          <a:spcPct val="100000"/>
                        </a:lnSpc>
                        <a:spcBef>
                          <a:spcPts val="0"/>
                        </a:spcBef>
                        <a:spcAft>
                          <a:spcPts val="0"/>
                        </a:spcAft>
                        <a:buClr>
                          <a:srgbClr val="000000"/>
                        </a:buClr>
                        <a:buSzPts val="3200"/>
                        <a:buFont typeface="Arial"/>
                        <a:buNone/>
                      </a:pPr>
                      <a:r>
                        <a:rPr lang="en-US" sz="3200" u="none" cap="none" strike="noStrike">
                          <a:latin typeface="Times New Roman"/>
                          <a:ea typeface="Times New Roman"/>
                          <a:cs typeface="Times New Roman"/>
                          <a:sym typeface="Times New Roman"/>
                        </a:rPr>
                        <a:t>Process #2</a:t>
                      </a:r>
                      <a:endParaRPr sz="32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3200"/>
                        <a:buFont typeface="Arial"/>
                        <a:buNone/>
                      </a:pPr>
                      <a:r>
                        <a:rPr lang="en-US" sz="3200" u="none" cap="none" strike="noStrike">
                          <a:latin typeface="Times New Roman"/>
                          <a:ea typeface="Times New Roman"/>
                          <a:cs typeface="Times New Roman"/>
                          <a:sym typeface="Times New Roman"/>
                        </a:rPr>
                        <a:t>The Honda Acura shifter system generates an electromagnetic current/signal</a:t>
                      </a:r>
                      <a:endParaRPr sz="3200" u="none" cap="none" strike="noStrike">
                        <a:latin typeface="Times New Roman"/>
                        <a:ea typeface="Times New Roman"/>
                        <a:cs typeface="Times New Roman"/>
                        <a:sym typeface="Times New Roman"/>
                      </a:endParaRPr>
                    </a:p>
                  </a:txBody>
                  <a:tcPr marT="91425" marB="91425" marR="91425" marL="91425"/>
                </a:tc>
              </a:tr>
              <a:tr h="1454725">
                <a:tc>
                  <a:txBody>
                    <a:bodyPr/>
                    <a:lstStyle/>
                    <a:p>
                      <a:pPr indent="0" lvl="0" marL="0" marR="0" rtl="0" algn="l">
                        <a:lnSpc>
                          <a:spcPct val="100000"/>
                        </a:lnSpc>
                        <a:spcBef>
                          <a:spcPts val="0"/>
                        </a:spcBef>
                        <a:spcAft>
                          <a:spcPts val="0"/>
                        </a:spcAft>
                        <a:buClr>
                          <a:srgbClr val="000000"/>
                        </a:buClr>
                        <a:buSzPts val="3200"/>
                        <a:buFont typeface="Arial"/>
                        <a:buNone/>
                      </a:pPr>
                      <a:r>
                        <a:rPr lang="en-US" sz="3200" u="none" cap="none" strike="noStrike">
                          <a:latin typeface="Times New Roman"/>
                          <a:ea typeface="Times New Roman"/>
                          <a:cs typeface="Times New Roman"/>
                          <a:sym typeface="Times New Roman"/>
                        </a:rPr>
                        <a:t>Process #3</a:t>
                      </a:r>
                      <a:endParaRPr sz="32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3200"/>
                        <a:buFont typeface="Arial"/>
                        <a:buNone/>
                      </a:pPr>
                      <a:r>
                        <a:rPr lang="en-US" sz="3200" u="none" cap="none" strike="noStrike">
                          <a:latin typeface="Times New Roman"/>
                          <a:ea typeface="Times New Roman"/>
                          <a:cs typeface="Times New Roman"/>
                          <a:sym typeface="Times New Roman"/>
                        </a:rPr>
                        <a:t>Arduino Nano receives the input(signal) to generate 2 outputs. One to the gear indicator of the cockpit and one to the servo motor. </a:t>
                      </a:r>
                      <a:endParaRPr sz="3200" u="none" cap="none" strike="noStrike">
                        <a:latin typeface="Times New Roman"/>
                        <a:ea typeface="Times New Roman"/>
                        <a:cs typeface="Times New Roman"/>
                        <a:sym typeface="Times New Roman"/>
                      </a:endParaRPr>
                    </a:p>
                  </a:txBody>
                  <a:tcPr marT="91425" marB="91425" marR="91425" marL="91425"/>
                </a:tc>
              </a:tr>
              <a:tr h="1454725">
                <a:tc>
                  <a:txBody>
                    <a:bodyPr/>
                    <a:lstStyle/>
                    <a:p>
                      <a:pPr indent="0" lvl="0" marL="0" marR="0" rtl="0" algn="l">
                        <a:lnSpc>
                          <a:spcPct val="100000"/>
                        </a:lnSpc>
                        <a:spcBef>
                          <a:spcPts val="0"/>
                        </a:spcBef>
                        <a:spcAft>
                          <a:spcPts val="0"/>
                        </a:spcAft>
                        <a:buClr>
                          <a:srgbClr val="000000"/>
                        </a:buClr>
                        <a:buSzPts val="3200"/>
                        <a:buFont typeface="Arial"/>
                        <a:buNone/>
                      </a:pPr>
                      <a:r>
                        <a:rPr lang="en-US" sz="3200" u="none" cap="none" strike="noStrike">
                          <a:latin typeface="Times New Roman"/>
                          <a:ea typeface="Times New Roman"/>
                          <a:cs typeface="Times New Roman"/>
                          <a:sym typeface="Times New Roman"/>
                        </a:rPr>
                        <a:t>Process #4 </a:t>
                      </a:r>
                      <a:endParaRPr sz="32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3200"/>
                        <a:buFont typeface="Arial"/>
                        <a:buNone/>
                      </a:pPr>
                      <a:r>
                        <a:rPr lang="en-US" sz="3200" u="none" cap="none" strike="noStrike">
                          <a:latin typeface="Times New Roman"/>
                          <a:ea typeface="Times New Roman"/>
                          <a:cs typeface="Times New Roman"/>
                          <a:sym typeface="Times New Roman"/>
                        </a:rPr>
                        <a:t>The servo motor is prompted to move the gear shifting rod in a bi-directional manner depending on the given input</a:t>
                      </a:r>
                      <a:endParaRPr sz="3200" u="none" cap="none" strike="noStrike">
                        <a:latin typeface="Times New Roman"/>
                        <a:ea typeface="Times New Roman"/>
                        <a:cs typeface="Times New Roman"/>
                        <a:sym typeface="Times New Roman"/>
                      </a:endParaRPr>
                    </a:p>
                  </a:txBody>
                  <a:tcPr marT="91425" marB="91425" marR="91425" marL="91425"/>
                </a:tc>
              </a:tr>
              <a:tr h="1454725">
                <a:tc>
                  <a:txBody>
                    <a:bodyPr/>
                    <a:lstStyle/>
                    <a:p>
                      <a:pPr indent="0" lvl="0" marL="0" marR="0" rtl="0" algn="l">
                        <a:lnSpc>
                          <a:spcPct val="100000"/>
                        </a:lnSpc>
                        <a:spcBef>
                          <a:spcPts val="0"/>
                        </a:spcBef>
                        <a:spcAft>
                          <a:spcPts val="0"/>
                        </a:spcAft>
                        <a:buClr>
                          <a:srgbClr val="000000"/>
                        </a:buClr>
                        <a:buSzPts val="3200"/>
                        <a:buFont typeface="Arial"/>
                        <a:buNone/>
                      </a:pPr>
                      <a:r>
                        <a:rPr lang="en-US" sz="3200" u="none" cap="none" strike="noStrike">
                          <a:latin typeface="Times New Roman"/>
                          <a:ea typeface="Times New Roman"/>
                          <a:cs typeface="Times New Roman"/>
                          <a:sym typeface="Times New Roman"/>
                        </a:rPr>
                        <a:t>Process #5</a:t>
                      </a:r>
                      <a:endParaRPr sz="32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3200"/>
                        <a:buFont typeface="Arial"/>
                        <a:buNone/>
                      </a:pPr>
                      <a:r>
                        <a:rPr lang="en-US" sz="3200" u="none" cap="none" strike="noStrike">
                          <a:latin typeface="Times New Roman"/>
                          <a:ea typeface="Times New Roman"/>
                          <a:cs typeface="Times New Roman"/>
                          <a:sym typeface="Times New Roman"/>
                        </a:rPr>
                        <a:t>The vehicle transmission shifter is actuated and creates a shift in gears</a:t>
                      </a:r>
                      <a:endParaRPr sz="3200" u="none" cap="none" strike="noStrike">
                        <a:latin typeface="Times New Roman"/>
                        <a:ea typeface="Times New Roman"/>
                        <a:cs typeface="Times New Roman"/>
                        <a:sym typeface="Times New Roman"/>
                      </a:endParaRPr>
                    </a:p>
                  </a:txBody>
                  <a:tcPr marT="91425" marB="91425" marR="91425" marL="91425"/>
                </a:tc>
              </a:tr>
            </a:tbl>
          </a:graphicData>
        </a:graphic>
      </p:graphicFrame>
      <p:graphicFrame>
        <p:nvGraphicFramePr>
          <p:cNvPr id="118" name="Google Shape;118;p11"/>
          <p:cNvGraphicFramePr/>
          <p:nvPr/>
        </p:nvGraphicFramePr>
        <p:xfrm>
          <a:off x="18135900" y="26489925"/>
          <a:ext cx="3000000" cy="3000000"/>
        </p:xfrm>
        <a:graphic>
          <a:graphicData uri="http://schemas.openxmlformats.org/drawingml/2006/table">
            <a:tbl>
              <a:tblPr>
                <a:noFill/>
                <a:tableStyleId>{1D1A0219-F014-48EE-9A91-FBE196728FE6}</a:tableStyleId>
              </a:tblPr>
              <a:tblGrid>
                <a:gridCol w="7182875"/>
                <a:gridCol w="7182875"/>
              </a:tblGrid>
              <a:tr h="1380775">
                <a:tc>
                  <a:txBody>
                    <a:bodyPr/>
                    <a:lstStyle/>
                    <a:p>
                      <a:pPr indent="0" lvl="0" marL="0" marR="0" rtl="0" algn="ctr">
                        <a:lnSpc>
                          <a:spcPct val="100000"/>
                        </a:lnSpc>
                        <a:spcBef>
                          <a:spcPts val="0"/>
                        </a:spcBef>
                        <a:spcAft>
                          <a:spcPts val="0"/>
                        </a:spcAft>
                        <a:buClr>
                          <a:srgbClr val="000000"/>
                        </a:buClr>
                        <a:buSzPts val="4300"/>
                        <a:buFont typeface="Arial"/>
                        <a:buNone/>
                      </a:pPr>
                      <a:r>
                        <a:rPr b="1" lang="en-US" sz="4300" u="none" cap="none" strike="noStrike">
                          <a:latin typeface="Times New Roman"/>
                          <a:ea typeface="Times New Roman"/>
                          <a:cs typeface="Times New Roman"/>
                          <a:sym typeface="Times New Roman"/>
                        </a:rPr>
                        <a:t>System Parameters</a:t>
                      </a:r>
                      <a:endParaRPr b="1" sz="43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3000"/>
                        <a:buFont typeface="Arial"/>
                        <a:buNone/>
                      </a:pPr>
                      <a:r>
                        <a:t/>
                      </a:r>
                      <a:endParaRPr sz="3000" u="none" cap="none" strike="noStrike">
                        <a:latin typeface="Times New Roman"/>
                        <a:ea typeface="Times New Roman"/>
                        <a:cs typeface="Times New Roman"/>
                        <a:sym typeface="Times New Roman"/>
                      </a:endParaRPr>
                    </a:p>
                  </a:txBody>
                  <a:tcPr marT="91425" marB="91425" marR="91425" marL="91425"/>
                </a:tc>
              </a:tr>
              <a:tr h="1380775">
                <a:tc>
                  <a:txBody>
                    <a:bodyPr/>
                    <a:lstStyle/>
                    <a:p>
                      <a:pPr indent="0" lvl="0" marL="0" marR="0" rtl="0" algn="l">
                        <a:lnSpc>
                          <a:spcPct val="100000"/>
                        </a:lnSpc>
                        <a:spcBef>
                          <a:spcPts val="0"/>
                        </a:spcBef>
                        <a:spcAft>
                          <a:spcPts val="0"/>
                        </a:spcAft>
                        <a:buClr>
                          <a:srgbClr val="000000"/>
                        </a:buClr>
                        <a:buSzPts val="3000"/>
                        <a:buFont typeface="Arial"/>
                        <a:buNone/>
                      </a:pPr>
                      <a:r>
                        <a:rPr lang="en-US" sz="3000" u="none" cap="none" strike="noStrike">
                          <a:latin typeface="Times New Roman"/>
                          <a:ea typeface="Times New Roman"/>
                          <a:cs typeface="Times New Roman"/>
                          <a:sym typeface="Times New Roman"/>
                        </a:rPr>
                        <a:t>Forces Required for Shifting</a:t>
                      </a:r>
                      <a:endParaRPr sz="30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3000"/>
                        <a:buFont typeface="Arial"/>
                        <a:buNone/>
                      </a:pPr>
                      <a:r>
                        <a:rPr lang="en-US" sz="3000" u="none" cap="none" strike="noStrike">
                          <a:latin typeface="Times New Roman"/>
                          <a:ea typeface="Times New Roman"/>
                          <a:cs typeface="Times New Roman"/>
                          <a:sym typeface="Times New Roman"/>
                        </a:rPr>
                        <a:t>Vehicle at rest: 10 foot pound</a:t>
                      </a:r>
                      <a:endParaRPr sz="3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rPr lang="en-US" sz="3000" u="none" cap="none" strike="noStrike">
                          <a:latin typeface="Times New Roman"/>
                          <a:ea typeface="Times New Roman"/>
                          <a:cs typeface="Times New Roman"/>
                          <a:sym typeface="Times New Roman"/>
                        </a:rPr>
                        <a:t>Vehicle in motion: 5.5 foot pound</a:t>
                      </a:r>
                      <a:endParaRPr sz="3000" u="none" cap="none" strike="noStrike">
                        <a:latin typeface="Times New Roman"/>
                        <a:ea typeface="Times New Roman"/>
                        <a:cs typeface="Times New Roman"/>
                        <a:sym typeface="Times New Roman"/>
                      </a:endParaRPr>
                    </a:p>
                  </a:txBody>
                  <a:tcPr marT="91425" marB="91425" marR="91425" marL="91425"/>
                </a:tc>
              </a:tr>
              <a:tr h="1435900">
                <a:tc>
                  <a:txBody>
                    <a:bodyPr/>
                    <a:lstStyle/>
                    <a:p>
                      <a:pPr indent="0" lvl="0" marL="0" marR="0" rtl="0" algn="l">
                        <a:lnSpc>
                          <a:spcPct val="100000"/>
                        </a:lnSpc>
                        <a:spcBef>
                          <a:spcPts val="0"/>
                        </a:spcBef>
                        <a:spcAft>
                          <a:spcPts val="0"/>
                        </a:spcAft>
                        <a:buClr>
                          <a:srgbClr val="000000"/>
                        </a:buClr>
                        <a:buSzPts val="3000"/>
                        <a:buFont typeface="Arial"/>
                        <a:buNone/>
                      </a:pPr>
                      <a:r>
                        <a:rPr lang="en-US" sz="3000" u="none" cap="none" strike="noStrike">
                          <a:latin typeface="Times New Roman"/>
                          <a:ea typeface="Times New Roman"/>
                          <a:cs typeface="Times New Roman"/>
                          <a:sym typeface="Times New Roman"/>
                        </a:rPr>
                        <a:t>Servo Motor Angles for Shifting</a:t>
                      </a:r>
                      <a:endParaRPr sz="3000" u="none" cap="none" strike="noStrike">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3000"/>
                        <a:buFont typeface="Arial"/>
                        <a:buNone/>
                      </a:pPr>
                      <a:r>
                        <a:rPr lang="en-US" sz="3000" u="none" cap="none" strike="noStrike">
                          <a:latin typeface="Times New Roman"/>
                          <a:ea typeface="Times New Roman"/>
                          <a:cs typeface="Times New Roman"/>
                          <a:sym typeface="Times New Roman"/>
                        </a:rPr>
                        <a:t>Upshift: 180 degrees</a:t>
                      </a:r>
                      <a:endParaRPr sz="3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rPr lang="en-US" sz="3000" u="none" cap="none" strike="noStrike">
                          <a:latin typeface="Times New Roman"/>
                          <a:ea typeface="Times New Roman"/>
                          <a:cs typeface="Times New Roman"/>
                          <a:sym typeface="Times New Roman"/>
                        </a:rPr>
                        <a:t>Downshift: 0 degrees</a:t>
                      </a:r>
                      <a:endParaRPr sz="3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rPr lang="en-US" sz="3000" u="none" cap="none" strike="noStrike">
                          <a:latin typeface="Times New Roman"/>
                          <a:ea typeface="Times New Roman"/>
                          <a:cs typeface="Times New Roman"/>
                          <a:sym typeface="Times New Roman"/>
                        </a:rPr>
                        <a:t>Neutral: 120 degrees</a:t>
                      </a:r>
                      <a:endParaRPr sz="30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000"/>
                        <a:buFont typeface="Arial"/>
                        <a:buNone/>
                      </a:pPr>
                      <a:r>
                        <a:rPr lang="en-US" sz="3000" u="none" cap="none" strike="noStrike">
                          <a:latin typeface="Times New Roman"/>
                          <a:ea typeface="Times New Roman"/>
                          <a:cs typeface="Times New Roman"/>
                          <a:sym typeface="Times New Roman"/>
                        </a:rPr>
                        <a:t>Rest: 90 degrees</a:t>
                      </a:r>
                      <a:endParaRPr sz="3000" u="none" cap="none" strike="noStrike">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TP030000783">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